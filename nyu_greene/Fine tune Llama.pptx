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Montserrat SemiBold"/>
      <p:regular r:id="rId24"/>
      <p:bold r:id="rId25"/>
      <p:italic r:id="rId26"/>
      <p:boldItalic r:id="rId27"/>
    </p:embeddedFont>
    <p:embeddedFont>
      <p:font typeface="Montserrat"/>
      <p:regular r:id="rId28"/>
      <p:bold r:id="rId29"/>
      <p:italic r:id="rId30"/>
      <p:boldItalic r:id="rId31"/>
    </p:embeddedFont>
    <p:embeddedFont>
      <p:font typeface="Montserrat Black"/>
      <p:bold r:id="rId32"/>
      <p:boldItalic r:id="rId33"/>
    </p:embeddedFont>
    <p:embeddedFont>
      <p:font typeface="Frank Ruhl Libre"/>
      <p:regular r:id="rId34"/>
      <p:bold r:id="rId35"/>
    </p:embeddedFont>
    <p:embeddedFont>
      <p:font typeface="Montserrat ExtraBold"/>
      <p:bold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2" roundtripDataSignature="AMtx7mjjdUXT6oMzp3W+g4xt3UjTyPuT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ontserratSemiBold-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SemiBold-italic.fntdata"/><Relationship Id="rId25" Type="http://schemas.openxmlformats.org/officeDocument/2006/relationships/font" Target="fonts/MontserratSemiBold-bold.fntdata"/><Relationship Id="rId28" Type="http://schemas.openxmlformats.org/officeDocument/2006/relationships/font" Target="fonts/Montserrat-regular.fntdata"/><Relationship Id="rId27" Type="http://schemas.openxmlformats.org/officeDocument/2006/relationships/font" Target="fonts/MontserratSemiBold-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ontserra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5.xml"/><Relationship Id="rId33" Type="http://schemas.openxmlformats.org/officeDocument/2006/relationships/font" Target="fonts/MontserratBlack-boldItalic.fntdata"/><Relationship Id="rId10" Type="http://schemas.openxmlformats.org/officeDocument/2006/relationships/slide" Target="slides/slide4.xml"/><Relationship Id="rId32" Type="http://schemas.openxmlformats.org/officeDocument/2006/relationships/font" Target="fonts/MontserratBlack-bold.fntdata"/><Relationship Id="rId13" Type="http://schemas.openxmlformats.org/officeDocument/2006/relationships/slide" Target="slides/slide7.xml"/><Relationship Id="rId35" Type="http://schemas.openxmlformats.org/officeDocument/2006/relationships/font" Target="fonts/FrankRuhlLibre-bold.fntdata"/><Relationship Id="rId12" Type="http://schemas.openxmlformats.org/officeDocument/2006/relationships/slide" Target="slides/slide6.xml"/><Relationship Id="rId34" Type="http://schemas.openxmlformats.org/officeDocument/2006/relationships/font" Target="fonts/FrankRuhlLibre-regular.fntdata"/><Relationship Id="rId15" Type="http://schemas.openxmlformats.org/officeDocument/2006/relationships/slide" Target="slides/slide9.xml"/><Relationship Id="rId37" Type="http://schemas.openxmlformats.org/officeDocument/2006/relationships/font" Target="fonts/MontserratExtraBold-boldItalic.fntdata"/><Relationship Id="rId14" Type="http://schemas.openxmlformats.org/officeDocument/2006/relationships/slide" Target="slides/slide8.xml"/><Relationship Id="rId36" Type="http://schemas.openxmlformats.org/officeDocument/2006/relationships/font" Target="fonts/MontserratExtraBold-bold.fntdata"/><Relationship Id="rId17" Type="http://schemas.openxmlformats.org/officeDocument/2006/relationships/slide" Target="slides/slide11.xml"/><Relationship Id="rId39" Type="http://schemas.openxmlformats.org/officeDocument/2006/relationships/font" Target="fonts/RobotoMono-bold.fntdata"/><Relationship Id="rId16" Type="http://schemas.openxmlformats.org/officeDocument/2006/relationships/slide" Target="slides/slide10.xml"/><Relationship Id="rId38" Type="http://schemas.openxmlformats.org/officeDocument/2006/relationships/font" Target="fonts/RobotoMon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Check which overlay file you have and check </a:t>
            </a:r>
            <a:r>
              <a:rPr lang="en" sz="1200">
                <a:solidFill>
                  <a:schemeClr val="dk1"/>
                </a:solidFill>
                <a:latin typeface="Roboto Mono"/>
                <a:ea typeface="Roboto Mono"/>
                <a:cs typeface="Roboto Mono"/>
                <a:sym typeface="Roboto Mono"/>
              </a:rPr>
              <a:t>cuda version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https://gist.githubusercontent.com/uralik/2760833e55be112eda8352f831626419/raw/dd800529551cf0f698d3aca3bb6544076b5ece98/env.sh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rgbClr val="57068C"/>
        </a:solidFill>
      </p:bgPr>
    </p:bg>
    <p:spTree>
      <p:nvGrpSpPr>
        <p:cNvPr id="8" name="Shape 8"/>
        <p:cNvGrpSpPr/>
        <p:nvPr/>
      </p:nvGrpSpPr>
      <p:grpSpPr>
        <a:xfrm>
          <a:off x="0" y="0"/>
          <a:ext cx="0" cy="0"/>
          <a:chOff x="0" y="0"/>
          <a:chExt cx="0" cy="0"/>
        </a:xfrm>
      </p:grpSpPr>
      <p:pic>
        <p:nvPicPr>
          <p:cNvPr id="9" name="Google Shape;9;p19"/>
          <p:cNvPicPr preferRelativeResize="0"/>
          <p:nvPr/>
        </p:nvPicPr>
        <p:blipFill rotWithShape="1">
          <a:blip r:embed="rId2">
            <a:alphaModFix/>
          </a:blip>
          <a:srcRect b="0" l="0" r="0" t="0"/>
          <a:stretch/>
        </p:blipFill>
        <p:spPr>
          <a:xfrm>
            <a:off x="1" y="0"/>
            <a:ext cx="9144000" cy="5143497"/>
          </a:xfrm>
          <a:prstGeom prst="rect">
            <a:avLst/>
          </a:prstGeom>
          <a:noFill/>
          <a:ln>
            <a:noFill/>
          </a:ln>
        </p:spPr>
      </p:pic>
      <p:sp>
        <p:nvSpPr>
          <p:cNvPr id="10" name="Google Shape;10;p19"/>
          <p:cNvSpPr txBox="1"/>
          <p:nvPr>
            <p:ph type="title"/>
          </p:nvPr>
        </p:nvSpPr>
        <p:spPr>
          <a:xfrm>
            <a:off x="316949" y="1243943"/>
            <a:ext cx="8265600" cy="19098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4200"/>
              <a:buNone/>
              <a:defRPr sz="7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solidFill>
                  <a:schemeClr val="lt1"/>
                </a:solidFill>
                <a:latin typeface="Montserrat"/>
                <a:ea typeface="Montserrat"/>
                <a:cs typeface="Montserrat"/>
                <a:sym typeface="Montserrat"/>
              </a:defRPr>
            </a:lvl2pPr>
            <a:lvl3pPr lvl="2" algn="l">
              <a:lnSpc>
                <a:spcPct val="100000"/>
              </a:lnSpc>
              <a:spcBef>
                <a:spcPts val="0"/>
              </a:spcBef>
              <a:spcAft>
                <a:spcPts val="0"/>
              </a:spcAft>
              <a:buSzPts val="2800"/>
              <a:buNone/>
              <a:defRPr>
                <a:solidFill>
                  <a:schemeClr val="lt1"/>
                </a:solidFill>
                <a:latin typeface="Montserrat"/>
                <a:ea typeface="Montserrat"/>
                <a:cs typeface="Montserrat"/>
                <a:sym typeface="Montserrat"/>
              </a:defRPr>
            </a:lvl3pPr>
            <a:lvl4pPr lvl="3" algn="l">
              <a:lnSpc>
                <a:spcPct val="100000"/>
              </a:lnSpc>
              <a:spcBef>
                <a:spcPts val="0"/>
              </a:spcBef>
              <a:spcAft>
                <a:spcPts val="0"/>
              </a:spcAft>
              <a:buSzPts val="2800"/>
              <a:buNone/>
              <a:defRPr>
                <a:solidFill>
                  <a:schemeClr val="lt1"/>
                </a:solidFill>
                <a:latin typeface="Montserrat"/>
                <a:ea typeface="Montserrat"/>
                <a:cs typeface="Montserrat"/>
                <a:sym typeface="Montserrat"/>
              </a:defRPr>
            </a:lvl4pPr>
            <a:lvl5pPr lvl="4" algn="l">
              <a:lnSpc>
                <a:spcPct val="100000"/>
              </a:lnSpc>
              <a:spcBef>
                <a:spcPts val="0"/>
              </a:spcBef>
              <a:spcAft>
                <a:spcPts val="0"/>
              </a:spcAft>
              <a:buSzPts val="2800"/>
              <a:buNone/>
              <a:defRPr>
                <a:solidFill>
                  <a:schemeClr val="lt1"/>
                </a:solidFill>
                <a:latin typeface="Montserrat"/>
                <a:ea typeface="Montserrat"/>
                <a:cs typeface="Montserrat"/>
                <a:sym typeface="Montserrat"/>
              </a:defRPr>
            </a:lvl5pPr>
            <a:lvl6pPr lvl="5" algn="l">
              <a:lnSpc>
                <a:spcPct val="100000"/>
              </a:lnSpc>
              <a:spcBef>
                <a:spcPts val="0"/>
              </a:spcBef>
              <a:spcAft>
                <a:spcPts val="0"/>
              </a:spcAft>
              <a:buSzPts val="2800"/>
              <a:buNone/>
              <a:defRPr>
                <a:solidFill>
                  <a:schemeClr val="lt1"/>
                </a:solidFill>
                <a:latin typeface="Montserrat"/>
                <a:ea typeface="Montserrat"/>
                <a:cs typeface="Montserrat"/>
                <a:sym typeface="Montserrat"/>
              </a:defRPr>
            </a:lvl6pPr>
            <a:lvl7pPr lvl="6" algn="l">
              <a:lnSpc>
                <a:spcPct val="100000"/>
              </a:lnSpc>
              <a:spcBef>
                <a:spcPts val="0"/>
              </a:spcBef>
              <a:spcAft>
                <a:spcPts val="0"/>
              </a:spcAft>
              <a:buSzPts val="2800"/>
              <a:buNone/>
              <a:defRPr>
                <a:solidFill>
                  <a:schemeClr val="lt1"/>
                </a:solidFill>
                <a:latin typeface="Montserrat"/>
                <a:ea typeface="Montserrat"/>
                <a:cs typeface="Montserrat"/>
                <a:sym typeface="Montserrat"/>
              </a:defRPr>
            </a:lvl7pPr>
            <a:lvl8pPr lvl="7" algn="l">
              <a:lnSpc>
                <a:spcPct val="100000"/>
              </a:lnSpc>
              <a:spcBef>
                <a:spcPts val="0"/>
              </a:spcBef>
              <a:spcAft>
                <a:spcPts val="0"/>
              </a:spcAft>
              <a:buSzPts val="2800"/>
              <a:buNone/>
              <a:defRPr>
                <a:solidFill>
                  <a:schemeClr val="lt1"/>
                </a:solidFill>
                <a:latin typeface="Montserrat"/>
                <a:ea typeface="Montserrat"/>
                <a:cs typeface="Montserrat"/>
                <a:sym typeface="Montserrat"/>
              </a:defRPr>
            </a:lvl8pPr>
            <a:lvl9pPr lvl="8" algn="l">
              <a:lnSpc>
                <a:spcPct val="100000"/>
              </a:lnSpc>
              <a:spcBef>
                <a:spcPts val="0"/>
              </a:spcBef>
              <a:spcAft>
                <a:spcPts val="0"/>
              </a:spcAft>
              <a:buSzPts val="2800"/>
              <a:buNone/>
              <a:defRPr>
                <a:solidFill>
                  <a:schemeClr val="lt1"/>
                </a:solidFill>
                <a:latin typeface="Montserrat"/>
                <a:ea typeface="Montserrat"/>
                <a:cs typeface="Montserrat"/>
                <a:sym typeface="Montserrat"/>
              </a:defRPr>
            </a:lvl9pPr>
          </a:lstStyle>
          <a:p/>
        </p:txBody>
      </p:sp>
      <p:pic>
        <p:nvPicPr>
          <p:cNvPr descr="New York University logo" id="11" name="Google Shape;11;p19"/>
          <p:cNvPicPr preferRelativeResize="0"/>
          <p:nvPr/>
        </p:nvPicPr>
        <p:blipFill rotWithShape="1">
          <a:blip r:embed="rId3">
            <a:alphaModFix/>
          </a:blip>
          <a:srcRect b="0" l="0" r="0" t="0"/>
          <a:stretch/>
        </p:blipFill>
        <p:spPr>
          <a:xfrm>
            <a:off x="407175" y="427947"/>
            <a:ext cx="1049175" cy="356100"/>
          </a:xfrm>
          <a:prstGeom prst="rect">
            <a:avLst/>
          </a:prstGeom>
          <a:noFill/>
          <a:ln>
            <a:noFill/>
          </a:ln>
        </p:spPr>
      </p:pic>
      <p:sp>
        <p:nvSpPr>
          <p:cNvPr id="12" name="Google Shape;12;p19"/>
          <p:cNvSpPr txBox="1"/>
          <p:nvPr>
            <p:ph idx="1" type="subTitle"/>
          </p:nvPr>
        </p:nvSpPr>
        <p:spPr>
          <a:xfrm>
            <a:off x="307600" y="3119750"/>
            <a:ext cx="4761000" cy="779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sz="2000">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19"/>
          <p:cNvSpPr txBox="1"/>
          <p:nvPr>
            <p:ph idx="2" type="body"/>
          </p:nvPr>
        </p:nvSpPr>
        <p:spPr>
          <a:xfrm>
            <a:off x="307600" y="4145050"/>
            <a:ext cx="2436000" cy="657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Clr>
                <a:srgbClr val="FFFFFF"/>
              </a:buClr>
              <a:buSzPts val="1100"/>
              <a:buFont typeface="Montserrat ExtraBold"/>
              <a:buChar char="●"/>
              <a:defRPr sz="1100">
                <a:solidFill>
                  <a:srgbClr val="FFFFFF"/>
                </a:solidFill>
                <a:latin typeface="Montserrat ExtraBold"/>
                <a:ea typeface="Montserrat ExtraBold"/>
                <a:cs typeface="Montserrat ExtraBold"/>
                <a:sym typeface="Montserrat ExtraBold"/>
              </a:defRPr>
            </a:lvl1pPr>
            <a:lvl2pPr indent="-317500" lvl="1" marL="914400" algn="l">
              <a:lnSpc>
                <a:spcPct val="125000"/>
              </a:lnSpc>
              <a:spcBef>
                <a:spcPts val="0"/>
              </a:spcBef>
              <a:spcAft>
                <a:spcPts val="0"/>
              </a:spcAft>
              <a:buClr>
                <a:srgbClr val="FFFFFF"/>
              </a:buClr>
              <a:buSzPts val="1400"/>
              <a:buChar char="○"/>
              <a:defRPr>
                <a:solidFill>
                  <a:srgbClr val="FFFFFF"/>
                </a:solidFill>
              </a:defRPr>
            </a:lvl2pPr>
            <a:lvl3pPr indent="-317500" lvl="2" marL="1371600" algn="l">
              <a:lnSpc>
                <a:spcPct val="125000"/>
              </a:lnSpc>
              <a:spcBef>
                <a:spcPts val="0"/>
              </a:spcBef>
              <a:spcAft>
                <a:spcPts val="0"/>
              </a:spcAft>
              <a:buClr>
                <a:srgbClr val="FFFFFF"/>
              </a:buClr>
              <a:buSzPts val="1400"/>
              <a:buChar char="■"/>
              <a:defRPr>
                <a:solidFill>
                  <a:srgbClr val="FFFFFF"/>
                </a:solidFill>
              </a:defRPr>
            </a:lvl3pPr>
            <a:lvl4pPr indent="-317500" lvl="3" marL="1828800" algn="l">
              <a:lnSpc>
                <a:spcPct val="125000"/>
              </a:lnSpc>
              <a:spcBef>
                <a:spcPts val="0"/>
              </a:spcBef>
              <a:spcAft>
                <a:spcPts val="0"/>
              </a:spcAft>
              <a:buClr>
                <a:srgbClr val="FFFFFF"/>
              </a:buClr>
              <a:buSzPts val="1400"/>
              <a:buChar char="●"/>
              <a:defRPr>
                <a:solidFill>
                  <a:srgbClr val="FFFFFF"/>
                </a:solidFill>
              </a:defRPr>
            </a:lvl4pPr>
            <a:lvl5pPr indent="-317500" lvl="4" marL="2286000" algn="l">
              <a:lnSpc>
                <a:spcPct val="125000"/>
              </a:lnSpc>
              <a:spcBef>
                <a:spcPts val="0"/>
              </a:spcBef>
              <a:spcAft>
                <a:spcPts val="0"/>
              </a:spcAft>
              <a:buClr>
                <a:srgbClr val="FFFFFF"/>
              </a:buClr>
              <a:buSzPts val="1400"/>
              <a:buChar char="○"/>
              <a:defRPr>
                <a:solidFill>
                  <a:srgbClr val="FFFFFF"/>
                </a:solidFill>
              </a:defRPr>
            </a:lvl5pPr>
            <a:lvl6pPr indent="-317500" lvl="5" marL="2743200" algn="l">
              <a:lnSpc>
                <a:spcPct val="125000"/>
              </a:lnSpc>
              <a:spcBef>
                <a:spcPts val="0"/>
              </a:spcBef>
              <a:spcAft>
                <a:spcPts val="0"/>
              </a:spcAft>
              <a:buClr>
                <a:srgbClr val="FFFFFF"/>
              </a:buClr>
              <a:buSzPts val="1400"/>
              <a:buChar char="■"/>
              <a:defRPr>
                <a:solidFill>
                  <a:srgbClr val="FFFFFF"/>
                </a:solidFill>
              </a:defRPr>
            </a:lvl6pPr>
            <a:lvl7pPr indent="-317500" lvl="6" marL="3200400" algn="l">
              <a:lnSpc>
                <a:spcPct val="125000"/>
              </a:lnSpc>
              <a:spcBef>
                <a:spcPts val="0"/>
              </a:spcBef>
              <a:spcAft>
                <a:spcPts val="0"/>
              </a:spcAft>
              <a:buClr>
                <a:srgbClr val="FFFFFF"/>
              </a:buClr>
              <a:buSzPts val="1400"/>
              <a:buChar char="●"/>
              <a:defRPr>
                <a:solidFill>
                  <a:srgbClr val="FFFFFF"/>
                </a:solidFill>
              </a:defRPr>
            </a:lvl7pPr>
            <a:lvl8pPr indent="-317500" lvl="7" marL="3657600" algn="l">
              <a:lnSpc>
                <a:spcPct val="125000"/>
              </a:lnSpc>
              <a:spcBef>
                <a:spcPts val="0"/>
              </a:spcBef>
              <a:spcAft>
                <a:spcPts val="0"/>
              </a:spcAft>
              <a:buClr>
                <a:srgbClr val="FFFFFF"/>
              </a:buClr>
              <a:buSzPts val="1400"/>
              <a:buChar char="○"/>
              <a:defRPr>
                <a:solidFill>
                  <a:srgbClr val="FFFFFF"/>
                </a:solidFill>
              </a:defRPr>
            </a:lvl8pPr>
            <a:lvl9pPr indent="-317500" lvl="8" marL="4114800" algn="l">
              <a:lnSpc>
                <a:spcPct val="125000"/>
              </a:lnSpc>
              <a:spcBef>
                <a:spcPts val="0"/>
              </a:spcBef>
              <a:spcAft>
                <a:spcPts val="0"/>
              </a:spcAft>
              <a:buClr>
                <a:srgbClr val="FFFFFF"/>
              </a:buClr>
              <a:buSzPts val="1400"/>
              <a:buChar char="■"/>
              <a:defRPr>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0"/>
          <p:cNvSpPr txBox="1"/>
          <p:nvPr>
            <p:ph type="title"/>
          </p:nvPr>
        </p:nvSpPr>
        <p:spPr>
          <a:xfrm>
            <a:off x="311700" y="445025"/>
            <a:ext cx="8424900" cy="1142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Clr>
                <a:srgbClr val="57068C"/>
              </a:buClr>
              <a:buSzPts val="4200"/>
              <a:buFont typeface="Montserrat Black"/>
              <a:buNone/>
              <a:defRPr>
                <a:solidFill>
                  <a:srgbClr val="57068C"/>
                </a:solidFill>
                <a:latin typeface="Montserrat Black"/>
                <a:ea typeface="Montserrat Black"/>
                <a:cs typeface="Montserrat Black"/>
                <a:sym typeface="Montserrat Black"/>
              </a:defRPr>
            </a:lvl1pPr>
            <a:lvl2pPr lvl="1"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2pPr>
            <a:lvl3pPr lvl="2"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3pPr>
            <a:lvl4pPr lvl="3"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4pPr>
            <a:lvl5pPr lvl="4"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5pPr>
            <a:lvl6pPr lvl="5"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6pPr>
            <a:lvl7pPr lvl="6"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7pPr>
            <a:lvl8pPr lvl="7"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8pPr>
            <a:lvl9pPr lvl="8"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9pPr>
          </a:lstStyle>
          <a:p/>
        </p:txBody>
      </p:sp>
      <p:pic>
        <p:nvPicPr>
          <p:cNvPr descr=" " id="16" name="Google Shape;16;p20"/>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7" name="Google Shape;17;p20"/>
          <p:cNvSpPr txBox="1"/>
          <p:nvPr>
            <p:ph idx="1" type="body"/>
          </p:nvPr>
        </p:nvSpPr>
        <p:spPr>
          <a:xfrm>
            <a:off x="1376250" y="1828800"/>
            <a:ext cx="3330300" cy="24471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1600"/>
              </a:spcBef>
              <a:spcAft>
                <a:spcPts val="0"/>
              </a:spcAft>
              <a:buSzPts val="1200"/>
              <a:buChar char="○"/>
              <a:defRPr sz="1200"/>
            </a:lvl2pPr>
            <a:lvl3pPr indent="-304800" lvl="2" marL="1371600" algn="l">
              <a:lnSpc>
                <a:spcPct val="125000"/>
              </a:lnSpc>
              <a:spcBef>
                <a:spcPts val="1600"/>
              </a:spcBef>
              <a:spcAft>
                <a:spcPts val="0"/>
              </a:spcAft>
              <a:buSzPts val="1200"/>
              <a:buChar char="■"/>
              <a:defRPr sz="1200"/>
            </a:lvl3pPr>
            <a:lvl4pPr indent="-304800" lvl="3" marL="1828800" algn="l">
              <a:lnSpc>
                <a:spcPct val="125000"/>
              </a:lnSpc>
              <a:spcBef>
                <a:spcPts val="1600"/>
              </a:spcBef>
              <a:spcAft>
                <a:spcPts val="0"/>
              </a:spcAft>
              <a:buSzPts val="1200"/>
              <a:buChar char="●"/>
              <a:defRPr sz="1200"/>
            </a:lvl4pPr>
            <a:lvl5pPr indent="-304800" lvl="4" marL="2286000" algn="l">
              <a:lnSpc>
                <a:spcPct val="125000"/>
              </a:lnSpc>
              <a:spcBef>
                <a:spcPts val="1600"/>
              </a:spcBef>
              <a:spcAft>
                <a:spcPts val="0"/>
              </a:spcAft>
              <a:buSzPts val="1200"/>
              <a:buChar char="○"/>
              <a:defRPr sz="1200"/>
            </a:lvl5pPr>
            <a:lvl6pPr indent="-304800" lvl="5" marL="2743200" algn="l">
              <a:lnSpc>
                <a:spcPct val="125000"/>
              </a:lnSpc>
              <a:spcBef>
                <a:spcPts val="1600"/>
              </a:spcBef>
              <a:spcAft>
                <a:spcPts val="0"/>
              </a:spcAft>
              <a:buSzPts val="1200"/>
              <a:buChar char="■"/>
              <a:defRPr sz="1200"/>
            </a:lvl6pPr>
            <a:lvl7pPr indent="-304800" lvl="6" marL="3200400" algn="l">
              <a:lnSpc>
                <a:spcPct val="125000"/>
              </a:lnSpc>
              <a:spcBef>
                <a:spcPts val="1600"/>
              </a:spcBef>
              <a:spcAft>
                <a:spcPts val="0"/>
              </a:spcAft>
              <a:buSzPts val="1200"/>
              <a:buChar char="●"/>
              <a:defRPr sz="1200"/>
            </a:lvl7pPr>
            <a:lvl8pPr indent="-304800" lvl="7" marL="3657600" algn="l">
              <a:lnSpc>
                <a:spcPct val="125000"/>
              </a:lnSpc>
              <a:spcBef>
                <a:spcPts val="1600"/>
              </a:spcBef>
              <a:spcAft>
                <a:spcPts val="0"/>
              </a:spcAft>
              <a:buSzPts val="1200"/>
              <a:buChar char="○"/>
              <a:defRPr sz="1200"/>
            </a:lvl8pPr>
            <a:lvl9pPr indent="-304800" lvl="8" marL="4114800" algn="l">
              <a:lnSpc>
                <a:spcPct val="125000"/>
              </a:lnSpc>
              <a:spcBef>
                <a:spcPts val="1600"/>
              </a:spcBef>
              <a:spcAft>
                <a:spcPts val="1600"/>
              </a:spcAft>
              <a:buSzPts val="1200"/>
              <a:buChar char="■"/>
              <a:defRPr sz="1200"/>
            </a:lvl9pPr>
          </a:lstStyle>
          <a:p/>
        </p:txBody>
      </p:sp>
      <p:sp>
        <p:nvSpPr>
          <p:cNvPr id="18" name="Google Shape;18;p20"/>
          <p:cNvSpPr txBox="1"/>
          <p:nvPr>
            <p:ph idx="2" type="body"/>
          </p:nvPr>
        </p:nvSpPr>
        <p:spPr>
          <a:xfrm>
            <a:off x="5051175" y="1828800"/>
            <a:ext cx="3330300" cy="24471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1600"/>
              </a:spcBef>
              <a:spcAft>
                <a:spcPts val="0"/>
              </a:spcAft>
              <a:buSzPts val="1200"/>
              <a:buChar char="○"/>
              <a:defRPr sz="1200"/>
            </a:lvl2pPr>
            <a:lvl3pPr indent="-304800" lvl="2" marL="1371600" algn="l">
              <a:lnSpc>
                <a:spcPct val="125000"/>
              </a:lnSpc>
              <a:spcBef>
                <a:spcPts val="1600"/>
              </a:spcBef>
              <a:spcAft>
                <a:spcPts val="0"/>
              </a:spcAft>
              <a:buSzPts val="1200"/>
              <a:buChar char="■"/>
              <a:defRPr sz="1200"/>
            </a:lvl3pPr>
            <a:lvl4pPr indent="-304800" lvl="3" marL="1828800" algn="l">
              <a:lnSpc>
                <a:spcPct val="125000"/>
              </a:lnSpc>
              <a:spcBef>
                <a:spcPts val="1600"/>
              </a:spcBef>
              <a:spcAft>
                <a:spcPts val="0"/>
              </a:spcAft>
              <a:buSzPts val="1200"/>
              <a:buChar char="●"/>
              <a:defRPr sz="1200"/>
            </a:lvl4pPr>
            <a:lvl5pPr indent="-304800" lvl="4" marL="2286000" algn="l">
              <a:lnSpc>
                <a:spcPct val="125000"/>
              </a:lnSpc>
              <a:spcBef>
                <a:spcPts val="1600"/>
              </a:spcBef>
              <a:spcAft>
                <a:spcPts val="0"/>
              </a:spcAft>
              <a:buSzPts val="1200"/>
              <a:buChar char="○"/>
              <a:defRPr sz="1200"/>
            </a:lvl5pPr>
            <a:lvl6pPr indent="-304800" lvl="5" marL="2743200" algn="l">
              <a:lnSpc>
                <a:spcPct val="125000"/>
              </a:lnSpc>
              <a:spcBef>
                <a:spcPts val="1600"/>
              </a:spcBef>
              <a:spcAft>
                <a:spcPts val="0"/>
              </a:spcAft>
              <a:buSzPts val="1200"/>
              <a:buChar char="■"/>
              <a:defRPr sz="1200"/>
            </a:lvl6pPr>
            <a:lvl7pPr indent="-304800" lvl="6" marL="3200400" algn="l">
              <a:lnSpc>
                <a:spcPct val="125000"/>
              </a:lnSpc>
              <a:spcBef>
                <a:spcPts val="1600"/>
              </a:spcBef>
              <a:spcAft>
                <a:spcPts val="0"/>
              </a:spcAft>
              <a:buSzPts val="1200"/>
              <a:buChar char="●"/>
              <a:defRPr sz="1200"/>
            </a:lvl7pPr>
            <a:lvl8pPr indent="-304800" lvl="7" marL="3657600" algn="l">
              <a:lnSpc>
                <a:spcPct val="125000"/>
              </a:lnSpc>
              <a:spcBef>
                <a:spcPts val="1600"/>
              </a:spcBef>
              <a:spcAft>
                <a:spcPts val="0"/>
              </a:spcAft>
              <a:buSzPts val="1200"/>
              <a:buChar char="○"/>
              <a:defRPr sz="1200"/>
            </a:lvl8pPr>
            <a:lvl9pPr indent="-304800" lvl="8" marL="4114800" algn="l">
              <a:lnSpc>
                <a:spcPct val="125000"/>
              </a:lnSpc>
              <a:spcBef>
                <a:spcPts val="1600"/>
              </a:spcBef>
              <a:spcAft>
                <a:spcPts val="1600"/>
              </a:spcAft>
              <a:buSzPts val="1200"/>
              <a:buChar char="■"/>
              <a:defRPr sz="1200"/>
            </a:lvl9pPr>
          </a:lstStyle>
          <a:p/>
        </p:txBody>
      </p:sp>
      <p:sp>
        <p:nvSpPr>
          <p:cNvPr id="19" name="Google Shape;19;p2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pic>
        <p:nvPicPr>
          <p:cNvPr id="20" name="Google Shape;20;p20"/>
          <p:cNvPicPr preferRelativeResize="0"/>
          <p:nvPr/>
        </p:nvPicPr>
        <p:blipFill rotWithShape="1">
          <a:blip r:embed="rId3">
            <a:alphaModFix/>
          </a:blip>
          <a:srcRect b="0" l="0" r="0" t="0"/>
          <a:stretch/>
        </p:blipFill>
        <p:spPr>
          <a:xfrm>
            <a:off x="0" y="0"/>
            <a:ext cx="9118029" cy="307200"/>
          </a:xfrm>
          <a:prstGeom prst="rect">
            <a:avLst/>
          </a:prstGeom>
          <a:noFill/>
          <a:ln>
            <a:noFill/>
          </a:ln>
        </p:spPr>
      </p:pic>
    </p:spTree>
  </p:cSld>
  <p:clrMapOvr>
    <a:masterClrMapping/>
  </p:clrMapOvr>
  <p:extLst>
    <p:ext uri="{DCECCB84-F9BA-43D5-87BE-67443E8EF086}">
      <p15:sldGuideLst>
        <p15:guide id="1" orient="horz" pos="1152">
          <p15:clr>
            <a:srgbClr val="FA7B17"/>
          </p15:clr>
        </p15:guide>
        <p15:guide id="2" pos="2880">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1"/>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Clr>
                <a:srgbClr val="57068C"/>
              </a:buClr>
              <a:buSzPts val="4200"/>
              <a:buFont typeface="Montserrat Black"/>
              <a:buNone/>
              <a:defRPr>
                <a:solidFill>
                  <a:srgbClr val="57068C"/>
                </a:solidFill>
                <a:latin typeface="Montserrat Black"/>
                <a:ea typeface="Montserrat Black"/>
                <a:cs typeface="Montserrat Black"/>
                <a:sym typeface="Montserrat Black"/>
              </a:defRPr>
            </a:lvl1pPr>
            <a:lvl2pPr lvl="1"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2pPr>
            <a:lvl3pPr lvl="2"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3pPr>
            <a:lvl4pPr lvl="3"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4pPr>
            <a:lvl5pPr lvl="4"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5pPr>
            <a:lvl6pPr lvl="5"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6pPr>
            <a:lvl7pPr lvl="6"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7pPr>
            <a:lvl8pPr lvl="7"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8pPr>
            <a:lvl9pPr lvl="8" algn="l">
              <a:lnSpc>
                <a:spcPct val="85000"/>
              </a:lnSpc>
              <a:spcBef>
                <a:spcPts val="0"/>
              </a:spcBef>
              <a:spcAft>
                <a:spcPts val="0"/>
              </a:spcAft>
              <a:buSzPts val="4200"/>
              <a:buFont typeface="Montserrat Black"/>
              <a:buNone/>
              <a:defRPr sz="4200">
                <a:latin typeface="Montserrat Black"/>
                <a:ea typeface="Montserrat Black"/>
                <a:cs typeface="Montserrat Black"/>
                <a:sym typeface="Montserrat Black"/>
              </a:defRPr>
            </a:lvl9pPr>
          </a:lstStyle>
          <a:p/>
        </p:txBody>
      </p:sp>
      <p:pic>
        <p:nvPicPr>
          <p:cNvPr descr=" " id="23" name="Google Shape;23;p21"/>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24" name="Google Shape;24;p2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pic>
        <p:nvPicPr>
          <p:cNvPr id="25" name="Google Shape;25;p21"/>
          <p:cNvPicPr preferRelativeResize="0"/>
          <p:nvPr/>
        </p:nvPicPr>
        <p:blipFill rotWithShape="1">
          <a:blip r:embed="rId3">
            <a:alphaModFix/>
          </a:blip>
          <a:srcRect b="0" l="0" r="0" t="0"/>
          <a:stretch/>
        </p:blipFill>
        <p:spPr>
          <a:xfrm>
            <a:off x="0" y="0"/>
            <a:ext cx="9118029" cy="3072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22"/>
          <p:cNvSpPr txBox="1"/>
          <p:nvPr>
            <p:ph type="title"/>
          </p:nvPr>
        </p:nvSpPr>
        <p:spPr>
          <a:xfrm>
            <a:off x="311700" y="1152475"/>
            <a:ext cx="3345900" cy="3199500"/>
          </a:xfrm>
          <a:prstGeom prst="rect">
            <a:avLst/>
          </a:prstGeom>
          <a:noFill/>
          <a:ln>
            <a:noFill/>
          </a:ln>
        </p:spPr>
        <p:txBody>
          <a:bodyPr anchorCtr="0" anchor="t" bIns="91425" lIns="91425" spcFirstLastPara="1" rIns="91425" wrap="square" tIns="91425">
            <a:noAutofit/>
          </a:bodyPr>
          <a:lstStyle>
            <a:lvl1pPr lvl="0" algn="r">
              <a:lnSpc>
                <a:spcPct val="85000"/>
              </a:lnSpc>
              <a:spcBef>
                <a:spcPts val="0"/>
              </a:spcBef>
              <a:spcAft>
                <a:spcPts val="0"/>
              </a:spcAft>
              <a:buClr>
                <a:srgbClr val="57068C"/>
              </a:buClr>
              <a:buSzPts val="4200"/>
              <a:buFont typeface="Montserrat Black"/>
              <a:buNone/>
              <a:defRPr>
                <a:solidFill>
                  <a:srgbClr val="57068C"/>
                </a:solidFill>
                <a:latin typeface="Montserrat Black"/>
                <a:ea typeface="Montserrat Black"/>
                <a:cs typeface="Montserrat Black"/>
                <a:sym typeface="Montserrat Black"/>
              </a:defRPr>
            </a:lvl1pPr>
            <a:lvl2pPr lvl="1"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2pPr>
            <a:lvl3pPr lvl="2"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3pPr>
            <a:lvl4pPr lvl="3"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4pPr>
            <a:lvl5pPr lvl="4"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5pPr>
            <a:lvl6pPr lvl="5"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6pPr>
            <a:lvl7pPr lvl="6"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7pPr>
            <a:lvl8pPr lvl="7"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8pPr>
            <a:lvl9pPr lvl="8" algn="r">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9pPr>
          </a:lstStyle>
          <a:p/>
        </p:txBody>
      </p:sp>
      <p:sp>
        <p:nvSpPr>
          <p:cNvPr id="28" name="Google Shape;28;p22"/>
          <p:cNvSpPr txBox="1"/>
          <p:nvPr>
            <p:ph idx="1" type="body"/>
          </p:nvPr>
        </p:nvSpPr>
        <p:spPr>
          <a:xfrm>
            <a:off x="4114800" y="1175683"/>
            <a:ext cx="4192800" cy="3123300"/>
          </a:xfrm>
          <a:prstGeom prst="rect">
            <a:avLst/>
          </a:prstGeom>
          <a:noFill/>
          <a:ln>
            <a:noFill/>
          </a:ln>
        </p:spPr>
        <p:txBody>
          <a:bodyPr anchorCtr="0" anchor="t" bIns="91425" lIns="91425" spcFirstLastPara="1" rIns="91425" wrap="square" tIns="91425">
            <a:noAutofit/>
          </a:bodyPr>
          <a:lstStyle>
            <a:lvl1pPr indent="-317500" lvl="0" marL="457200" algn="l">
              <a:lnSpc>
                <a:spcPct val="125000"/>
              </a:lnSpc>
              <a:spcBef>
                <a:spcPts val="0"/>
              </a:spcBef>
              <a:spcAft>
                <a:spcPts val="0"/>
              </a:spcAft>
              <a:buSzPts val="1400"/>
              <a:buChar char="●"/>
              <a:defRPr sz="1400"/>
            </a:lvl1pPr>
            <a:lvl2pPr indent="-317500" lvl="1" marL="914400" algn="l">
              <a:lnSpc>
                <a:spcPct val="125000"/>
              </a:lnSpc>
              <a:spcBef>
                <a:spcPts val="1600"/>
              </a:spcBef>
              <a:spcAft>
                <a:spcPts val="0"/>
              </a:spcAft>
              <a:buSzPts val="1400"/>
              <a:buChar char="○"/>
              <a:defRPr/>
            </a:lvl2pPr>
            <a:lvl3pPr indent="-317500" lvl="2" marL="1371600" algn="l">
              <a:lnSpc>
                <a:spcPct val="125000"/>
              </a:lnSpc>
              <a:spcBef>
                <a:spcPts val="1600"/>
              </a:spcBef>
              <a:spcAft>
                <a:spcPts val="0"/>
              </a:spcAft>
              <a:buSzPts val="1400"/>
              <a:buChar char="■"/>
              <a:defRPr/>
            </a:lvl3pPr>
            <a:lvl4pPr indent="-317500" lvl="3" marL="1828800" algn="l">
              <a:lnSpc>
                <a:spcPct val="125000"/>
              </a:lnSpc>
              <a:spcBef>
                <a:spcPts val="1600"/>
              </a:spcBef>
              <a:spcAft>
                <a:spcPts val="0"/>
              </a:spcAft>
              <a:buSzPts val="1400"/>
              <a:buChar char="●"/>
              <a:defRPr/>
            </a:lvl4pPr>
            <a:lvl5pPr indent="-317500" lvl="4" marL="2286000" algn="l">
              <a:lnSpc>
                <a:spcPct val="125000"/>
              </a:lnSpc>
              <a:spcBef>
                <a:spcPts val="1600"/>
              </a:spcBef>
              <a:spcAft>
                <a:spcPts val="0"/>
              </a:spcAft>
              <a:buSzPts val="1400"/>
              <a:buChar char="○"/>
              <a:defRPr/>
            </a:lvl5pPr>
            <a:lvl6pPr indent="-317500" lvl="5" marL="2743200" algn="l">
              <a:lnSpc>
                <a:spcPct val="125000"/>
              </a:lnSpc>
              <a:spcBef>
                <a:spcPts val="1600"/>
              </a:spcBef>
              <a:spcAft>
                <a:spcPts val="0"/>
              </a:spcAft>
              <a:buSzPts val="1400"/>
              <a:buChar char="■"/>
              <a:defRPr/>
            </a:lvl6pPr>
            <a:lvl7pPr indent="-317500" lvl="6" marL="3200400" algn="l">
              <a:lnSpc>
                <a:spcPct val="125000"/>
              </a:lnSpc>
              <a:spcBef>
                <a:spcPts val="1600"/>
              </a:spcBef>
              <a:spcAft>
                <a:spcPts val="0"/>
              </a:spcAft>
              <a:buSzPts val="1400"/>
              <a:buChar char="●"/>
              <a:defRPr/>
            </a:lvl7pPr>
            <a:lvl8pPr indent="-317500" lvl="7" marL="3657600" algn="l">
              <a:lnSpc>
                <a:spcPct val="125000"/>
              </a:lnSpc>
              <a:spcBef>
                <a:spcPts val="1600"/>
              </a:spcBef>
              <a:spcAft>
                <a:spcPts val="0"/>
              </a:spcAft>
              <a:buSzPts val="1400"/>
              <a:buChar char="○"/>
              <a:defRPr/>
            </a:lvl8pPr>
            <a:lvl9pPr indent="-317500" lvl="8" marL="4114800" algn="l">
              <a:lnSpc>
                <a:spcPct val="125000"/>
              </a:lnSpc>
              <a:spcBef>
                <a:spcPts val="1600"/>
              </a:spcBef>
              <a:spcAft>
                <a:spcPts val="1600"/>
              </a:spcAft>
              <a:buSzPts val="1400"/>
              <a:buChar char="■"/>
              <a:defRPr/>
            </a:lvl9pPr>
          </a:lstStyle>
          <a:p/>
        </p:txBody>
      </p:sp>
      <p:sp>
        <p:nvSpPr>
          <p:cNvPr id="29" name="Google Shape;29;p2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pic>
        <p:nvPicPr>
          <p:cNvPr descr=" " id="30" name="Google Shape;30;p22"/>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pic>
        <p:nvPicPr>
          <p:cNvPr id="31" name="Google Shape;31;p22"/>
          <p:cNvPicPr preferRelativeResize="0"/>
          <p:nvPr/>
        </p:nvPicPr>
        <p:blipFill rotWithShape="1">
          <a:blip r:embed="rId3">
            <a:alphaModFix/>
          </a:blip>
          <a:srcRect b="0" l="0" r="0" t="0"/>
          <a:stretch/>
        </p:blipFill>
        <p:spPr>
          <a:xfrm>
            <a:off x="0" y="0"/>
            <a:ext cx="9118029" cy="307200"/>
          </a:xfrm>
          <a:prstGeom prst="rect">
            <a:avLst/>
          </a:prstGeom>
          <a:noFill/>
          <a:ln>
            <a:noFill/>
          </a:ln>
        </p:spPr>
      </p:pic>
    </p:spTree>
  </p:cSld>
  <p:clrMapOvr>
    <a:masterClrMapping/>
  </p:clrMapOvr>
  <p:extLst>
    <p:ext uri="{DCECCB84-F9BA-43D5-87BE-67443E8EF086}">
      <p15:sldGuideLst>
        <p15:guide id="1" pos="2592">
          <p15:clr>
            <a:srgbClr val="FA7B17"/>
          </p15:clr>
        </p15:guide>
        <p15:guide id="2" pos="2304">
          <p15:clr>
            <a:srgbClr val="FA7B17"/>
          </p15:clr>
        </p15:guide>
        <p15:guide id="3" orient="horz" pos="720">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 name="Shape 32"/>
        <p:cNvGrpSpPr/>
        <p:nvPr/>
      </p:nvGrpSpPr>
      <p:grpSpPr>
        <a:xfrm>
          <a:off x="0" y="0"/>
          <a:ext cx="0" cy="0"/>
          <a:chOff x="0" y="0"/>
          <a:chExt cx="0" cy="0"/>
        </a:xfrm>
      </p:grpSpPr>
      <p:pic>
        <p:nvPicPr>
          <p:cNvPr descr=" " id="33" name="Google Shape;33;p2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34" name="Google Shape;34;p2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sp>
        <p:nvSpPr>
          <p:cNvPr id="35" name="Google Shape;35;p23"/>
          <p:cNvSpPr txBox="1"/>
          <p:nvPr>
            <p:ph type="title"/>
          </p:nvPr>
        </p:nvSpPr>
        <p:spPr>
          <a:xfrm>
            <a:off x="311700" y="3564945"/>
            <a:ext cx="4491300" cy="605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333333"/>
              </a:buClr>
              <a:buSzPts val="1400"/>
              <a:buNone/>
              <a:defRPr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26"/>
          <p:cNvSpPr txBox="1"/>
          <p:nvPr>
            <p:ph type="title"/>
          </p:nvPr>
        </p:nvSpPr>
        <p:spPr>
          <a:xfrm>
            <a:off x="311700" y="426408"/>
            <a:ext cx="4308300" cy="10593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Clr>
                <a:srgbClr val="57068C"/>
              </a:buClr>
              <a:buSzPts val="3600"/>
              <a:buFont typeface="Montserrat Black"/>
              <a:buNone/>
              <a:defRPr sz="3600">
                <a:solidFill>
                  <a:srgbClr val="57068C"/>
                </a:solidFill>
                <a:latin typeface="Montserrat Black"/>
                <a:ea typeface="Montserrat Black"/>
                <a:cs typeface="Montserrat Black"/>
                <a:sym typeface="Montserrat Black"/>
              </a:defRPr>
            </a:lvl1pPr>
            <a:lvl2pPr lvl="1"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2pPr>
            <a:lvl3pPr lvl="2"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3pPr>
            <a:lvl4pPr lvl="3"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4pPr>
            <a:lvl5pPr lvl="4"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5pPr>
            <a:lvl6pPr lvl="5"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6pPr>
            <a:lvl7pPr lvl="6"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7pPr>
            <a:lvl8pPr lvl="7"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8pPr>
            <a:lvl9pPr lvl="8" algn="l">
              <a:lnSpc>
                <a:spcPct val="100000"/>
              </a:lnSpc>
              <a:spcBef>
                <a:spcPts val="0"/>
              </a:spcBef>
              <a:spcAft>
                <a:spcPts val="0"/>
              </a:spcAft>
              <a:buSzPts val="3600"/>
              <a:buFont typeface="Montserrat Black"/>
              <a:buNone/>
              <a:defRPr sz="3600">
                <a:latin typeface="Montserrat Black"/>
                <a:ea typeface="Montserrat Black"/>
                <a:cs typeface="Montserrat Black"/>
                <a:sym typeface="Montserrat Black"/>
              </a:defRPr>
            </a:lvl9pPr>
          </a:lstStyle>
          <a:p/>
        </p:txBody>
      </p:sp>
      <p:sp>
        <p:nvSpPr>
          <p:cNvPr id="38" name="Google Shape;38;p26"/>
          <p:cNvSpPr txBox="1"/>
          <p:nvPr>
            <p:ph idx="1" type="body"/>
          </p:nvPr>
        </p:nvSpPr>
        <p:spPr>
          <a:xfrm>
            <a:off x="311700" y="1646230"/>
            <a:ext cx="3350400" cy="24189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1600"/>
              </a:spcBef>
              <a:spcAft>
                <a:spcPts val="0"/>
              </a:spcAft>
              <a:buSzPts val="1200"/>
              <a:buChar char="○"/>
              <a:defRPr sz="1200"/>
            </a:lvl2pPr>
            <a:lvl3pPr indent="-304800" lvl="2" marL="1371600" algn="l">
              <a:lnSpc>
                <a:spcPct val="125000"/>
              </a:lnSpc>
              <a:spcBef>
                <a:spcPts val="1600"/>
              </a:spcBef>
              <a:spcAft>
                <a:spcPts val="0"/>
              </a:spcAft>
              <a:buSzPts val="1200"/>
              <a:buChar char="■"/>
              <a:defRPr sz="1200"/>
            </a:lvl3pPr>
            <a:lvl4pPr indent="-304800" lvl="3" marL="1828800" algn="l">
              <a:lnSpc>
                <a:spcPct val="125000"/>
              </a:lnSpc>
              <a:spcBef>
                <a:spcPts val="1600"/>
              </a:spcBef>
              <a:spcAft>
                <a:spcPts val="0"/>
              </a:spcAft>
              <a:buSzPts val="1200"/>
              <a:buChar char="●"/>
              <a:defRPr sz="1200"/>
            </a:lvl4pPr>
            <a:lvl5pPr indent="-304800" lvl="4" marL="2286000" algn="l">
              <a:lnSpc>
                <a:spcPct val="125000"/>
              </a:lnSpc>
              <a:spcBef>
                <a:spcPts val="1600"/>
              </a:spcBef>
              <a:spcAft>
                <a:spcPts val="0"/>
              </a:spcAft>
              <a:buSzPts val="1200"/>
              <a:buChar char="○"/>
              <a:defRPr sz="1200"/>
            </a:lvl5pPr>
            <a:lvl6pPr indent="-304800" lvl="5" marL="2743200" algn="l">
              <a:lnSpc>
                <a:spcPct val="125000"/>
              </a:lnSpc>
              <a:spcBef>
                <a:spcPts val="1600"/>
              </a:spcBef>
              <a:spcAft>
                <a:spcPts val="0"/>
              </a:spcAft>
              <a:buSzPts val="1200"/>
              <a:buChar char="■"/>
              <a:defRPr sz="1200"/>
            </a:lvl6pPr>
            <a:lvl7pPr indent="-304800" lvl="6" marL="3200400" algn="l">
              <a:lnSpc>
                <a:spcPct val="125000"/>
              </a:lnSpc>
              <a:spcBef>
                <a:spcPts val="1600"/>
              </a:spcBef>
              <a:spcAft>
                <a:spcPts val="0"/>
              </a:spcAft>
              <a:buSzPts val="1200"/>
              <a:buChar char="●"/>
              <a:defRPr sz="1200"/>
            </a:lvl7pPr>
            <a:lvl8pPr indent="-304800" lvl="7" marL="3657600" algn="l">
              <a:lnSpc>
                <a:spcPct val="125000"/>
              </a:lnSpc>
              <a:spcBef>
                <a:spcPts val="1600"/>
              </a:spcBef>
              <a:spcAft>
                <a:spcPts val="0"/>
              </a:spcAft>
              <a:buSzPts val="1200"/>
              <a:buChar char="○"/>
              <a:defRPr sz="1200"/>
            </a:lvl8pPr>
            <a:lvl9pPr indent="-304800" lvl="8" marL="4114800" algn="l">
              <a:lnSpc>
                <a:spcPct val="125000"/>
              </a:lnSpc>
              <a:spcBef>
                <a:spcPts val="1600"/>
              </a:spcBef>
              <a:spcAft>
                <a:spcPts val="1600"/>
              </a:spcAft>
              <a:buSzPts val="1200"/>
              <a:buChar char="■"/>
              <a:defRPr sz="1200"/>
            </a:lvl9pPr>
          </a:lstStyle>
          <a:p/>
        </p:txBody>
      </p:sp>
      <p:pic>
        <p:nvPicPr>
          <p:cNvPr descr=" " id="39" name="Google Shape;39;p26"/>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40" name="Google Shape;40;p2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pic>
        <p:nvPicPr>
          <p:cNvPr id="41" name="Google Shape;41;p26"/>
          <p:cNvPicPr preferRelativeResize="0"/>
          <p:nvPr/>
        </p:nvPicPr>
        <p:blipFill rotWithShape="1">
          <a:blip r:embed="rId3">
            <a:alphaModFix/>
          </a:blip>
          <a:srcRect b="0" l="0" r="0" t="0"/>
          <a:stretch/>
        </p:blipFill>
        <p:spPr>
          <a:xfrm>
            <a:off x="0" y="0"/>
            <a:ext cx="9118029" cy="307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rgbClr val="57068C"/>
        </a:solidFill>
      </p:bgPr>
    </p:bg>
    <p:spTree>
      <p:nvGrpSpPr>
        <p:cNvPr id="42" name="Shape 42"/>
        <p:cNvGrpSpPr/>
        <p:nvPr/>
      </p:nvGrpSpPr>
      <p:grpSpPr>
        <a:xfrm>
          <a:off x="0" y="0"/>
          <a:ext cx="0" cy="0"/>
          <a:chOff x="0" y="0"/>
          <a:chExt cx="0" cy="0"/>
        </a:xfrm>
      </p:grpSpPr>
      <p:pic>
        <p:nvPicPr>
          <p:cNvPr id="43" name="Google Shape;43;p27"/>
          <p:cNvPicPr preferRelativeResize="0"/>
          <p:nvPr/>
        </p:nvPicPr>
        <p:blipFill rotWithShape="1">
          <a:blip r:embed="rId2">
            <a:alphaModFix/>
          </a:blip>
          <a:srcRect b="0" l="0" r="0" t="0"/>
          <a:stretch/>
        </p:blipFill>
        <p:spPr>
          <a:xfrm>
            <a:off x="1" y="0"/>
            <a:ext cx="9144000" cy="5143497"/>
          </a:xfrm>
          <a:prstGeom prst="rect">
            <a:avLst/>
          </a:prstGeom>
          <a:noFill/>
          <a:ln>
            <a:noFill/>
          </a:ln>
        </p:spPr>
      </p:pic>
      <p:sp>
        <p:nvSpPr>
          <p:cNvPr id="44" name="Google Shape;44;p27"/>
          <p:cNvSpPr txBox="1"/>
          <p:nvPr>
            <p:ph type="title"/>
          </p:nvPr>
        </p:nvSpPr>
        <p:spPr>
          <a:xfrm>
            <a:off x="316949" y="1243943"/>
            <a:ext cx="8265600" cy="19098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4200"/>
              <a:buNone/>
              <a:defRPr sz="7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solidFill>
                  <a:schemeClr val="lt1"/>
                </a:solidFill>
                <a:latin typeface="Montserrat"/>
                <a:ea typeface="Montserrat"/>
                <a:cs typeface="Montserrat"/>
                <a:sym typeface="Montserrat"/>
              </a:defRPr>
            </a:lvl2pPr>
            <a:lvl3pPr lvl="2" algn="l">
              <a:lnSpc>
                <a:spcPct val="100000"/>
              </a:lnSpc>
              <a:spcBef>
                <a:spcPts val="0"/>
              </a:spcBef>
              <a:spcAft>
                <a:spcPts val="0"/>
              </a:spcAft>
              <a:buSzPts val="2800"/>
              <a:buNone/>
              <a:defRPr>
                <a:solidFill>
                  <a:schemeClr val="lt1"/>
                </a:solidFill>
                <a:latin typeface="Montserrat"/>
                <a:ea typeface="Montserrat"/>
                <a:cs typeface="Montserrat"/>
                <a:sym typeface="Montserrat"/>
              </a:defRPr>
            </a:lvl3pPr>
            <a:lvl4pPr lvl="3" algn="l">
              <a:lnSpc>
                <a:spcPct val="100000"/>
              </a:lnSpc>
              <a:spcBef>
                <a:spcPts val="0"/>
              </a:spcBef>
              <a:spcAft>
                <a:spcPts val="0"/>
              </a:spcAft>
              <a:buSzPts val="2800"/>
              <a:buNone/>
              <a:defRPr>
                <a:solidFill>
                  <a:schemeClr val="lt1"/>
                </a:solidFill>
                <a:latin typeface="Montserrat"/>
                <a:ea typeface="Montserrat"/>
                <a:cs typeface="Montserrat"/>
                <a:sym typeface="Montserrat"/>
              </a:defRPr>
            </a:lvl4pPr>
            <a:lvl5pPr lvl="4" algn="l">
              <a:lnSpc>
                <a:spcPct val="100000"/>
              </a:lnSpc>
              <a:spcBef>
                <a:spcPts val="0"/>
              </a:spcBef>
              <a:spcAft>
                <a:spcPts val="0"/>
              </a:spcAft>
              <a:buSzPts val="2800"/>
              <a:buNone/>
              <a:defRPr>
                <a:solidFill>
                  <a:schemeClr val="lt1"/>
                </a:solidFill>
                <a:latin typeface="Montserrat"/>
                <a:ea typeface="Montserrat"/>
                <a:cs typeface="Montserrat"/>
                <a:sym typeface="Montserrat"/>
              </a:defRPr>
            </a:lvl5pPr>
            <a:lvl6pPr lvl="5" algn="l">
              <a:lnSpc>
                <a:spcPct val="100000"/>
              </a:lnSpc>
              <a:spcBef>
                <a:spcPts val="0"/>
              </a:spcBef>
              <a:spcAft>
                <a:spcPts val="0"/>
              </a:spcAft>
              <a:buSzPts val="2800"/>
              <a:buNone/>
              <a:defRPr>
                <a:solidFill>
                  <a:schemeClr val="lt1"/>
                </a:solidFill>
                <a:latin typeface="Montserrat"/>
                <a:ea typeface="Montserrat"/>
                <a:cs typeface="Montserrat"/>
                <a:sym typeface="Montserrat"/>
              </a:defRPr>
            </a:lvl6pPr>
            <a:lvl7pPr lvl="6" algn="l">
              <a:lnSpc>
                <a:spcPct val="100000"/>
              </a:lnSpc>
              <a:spcBef>
                <a:spcPts val="0"/>
              </a:spcBef>
              <a:spcAft>
                <a:spcPts val="0"/>
              </a:spcAft>
              <a:buSzPts val="2800"/>
              <a:buNone/>
              <a:defRPr>
                <a:solidFill>
                  <a:schemeClr val="lt1"/>
                </a:solidFill>
                <a:latin typeface="Montserrat"/>
                <a:ea typeface="Montserrat"/>
                <a:cs typeface="Montserrat"/>
                <a:sym typeface="Montserrat"/>
              </a:defRPr>
            </a:lvl7pPr>
            <a:lvl8pPr lvl="7" algn="l">
              <a:lnSpc>
                <a:spcPct val="100000"/>
              </a:lnSpc>
              <a:spcBef>
                <a:spcPts val="0"/>
              </a:spcBef>
              <a:spcAft>
                <a:spcPts val="0"/>
              </a:spcAft>
              <a:buSzPts val="2800"/>
              <a:buNone/>
              <a:defRPr>
                <a:solidFill>
                  <a:schemeClr val="lt1"/>
                </a:solidFill>
                <a:latin typeface="Montserrat"/>
                <a:ea typeface="Montserrat"/>
                <a:cs typeface="Montserrat"/>
                <a:sym typeface="Montserrat"/>
              </a:defRPr>
            </a:lvl8pPr>
            <a:lvl9pPr lvl="8" algn="l">
              <a:lnSpc>
                <a:spcPct val="100000"/>
              </a:lnSpc>
              <a:spcBef>
                <a:spcPts val="0"/>
              </a:spcBef>
              <a:spcAft>
                <a:spcPts val="0"/>
              </a:spcAft>
              <a:buSzPts val="2800"/>
              <a:buNone/>
              <a:defRPr>
                <a:solidFill>
                  <a:schemeClr val="lt1"/>
                </a:solidFill>
                <a:latin typeface="Montserrat"/>
                <a:ea typeface="Montserrat"/>
                <a:cs typeface="Montserrat"/>
                <a:sym typeface="Montserrat"/>
              </a:defRPr>
            </a:lvl9pPr>
          </a:lstStyle>
          <a:p/>
        </p:txBody>
      </p:sp>
      <p:pic>
        <p:nvPicPr>
          <p:cNvPr descr="New York University logo" id="45" name="Google Shape;45;p27"/>
          <p:cNvPicPr preferRelativeResize="0"/>
          <p:nvPr/>
        </p:nvPicPr>
        <p:blipFill rotWithShape="1">
          <a:blip r:embed="rId3">
            <a:alphaModFix/>
          </a:blip>
          <a:srcRect b="0" l="0" r="0" t="0"/>
          <a:stretch/>
        </p:blipFill>
        <p:spPr>
          <a:xfrm>
            <a:off x="407175" y="427947"/>
            <a:ext cx="1049175" cy="356100"/>
          </a:xfrm>
          <a:prstGeom prst="rect">
            <a:avLst/>
          </a:prstGeom>
          <a:noFill/>
          <a:ln>
            <a:noFill/>
          </a:ln>
        </p:spPr>
      </p:pic>
      <p:sp>
        <p:nvSpPr>
          <p:cNvPr id="46" name="Google Shape;46;p27"/>
          <p:cNvSpPr txBox="1"/>
          <p:nvPr>
            <p:ph idx="1" type="subTitle"/>
          </p:nvPr>
        </p:nvSpPr>
        <p:spPr>
          <a:xfrm>
            <a:off x="307600" y="3119750"/>
            <a:ext cx="4761000" cy="779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sz="2000">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7" name="Google Shape;47;p27"/>
          <p:cNvSpPr txBox="1"/>
          <p:nvPr>
            <p:ph idx="2" type="body"/>
          </p:nvPr>
        </p:nvSpPr>
        <p:spPr>
          <a:xfrm>
            <a:off x="307600" y="4145050"/>
            <a:ext cx="2436000" cy="657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Clr>
                <a:srgbClr val="FFFFFF"/>
              </a:buClr>
              <a:buSzPts val="1100"/>
              <a:buFont typeface="Montserrat ExtraBold"/>
              <a:buChar char="●"/>
              <a:defRPr sz="1100">
                <a:solidFill>
                  <a:srgbClr val="FFFFFF"/>
                </a:solidFill>
                <a:latin typeface="Montserrat ExtraBold"/>
                <a:ea typeface="Montserrat ExtraBold"/>
                <a:cs typeface="Montserrat ExtraBold"/>
                <a:sym typeface="Montserrat ExtraBold"/>
              </a:defRPr>
            </a:lvl1pPr>
            <a:lvl2pPr indent="-317500" lvl="1" marL="914400" algn="l">
              <a:lnSpc>
                <a:spcPct val="125000"/>
              </a:lnSpc>
              <a:spcBef>
                <a:spcPts val="0"/>
              </a:spcBef>
              <a:spcAft>
                <a:spcPts val="0"/>
              </a:spcAft>
              <a:buClr>
                <a:srgbClr val="FFFFFF"/>
              </a:buClr>
              <a:buSzPts val="1400"/>
              <a:buChar char="○"/>
              <a:defRPr>
                <a:solidFill>
                  <a:srgbClr val="FFFFFF"/>
                </a:solidFill>
              </a:defRPr>
            </a:lvl2pPr>
            <a:lvl3pPr indent="-317500" lvl="2" marL="1371600" algn="l">
              <a:lnSpc>
                <a:spcPct val="125000"/>
              </a:lnSpc>
              <a:spcBef>
                <a:spcPts val="0"/>
              </a:spcBef>
              <a:spcAft>
                <a:spcPts val="0"/>
              </a:spcAft>
              <a:buClr>
                <a:srgbClr val="FFFFFF"/>
              </a:buClr>
              <a:buSzPts val="1400"/>
              <a:buChar char="■"/>
              <a:defRPr>
                <a:solidFill>
                  <a:srgbClr val="FFFFFF"/>
                </a:solidFill>
              </a:defRPr>
            </a:lvl3pPr>
            <a:lvl4pPr indent="-317500" lvl="3" marL="1828800" algn="l">
              <a:lnSpc>
                <a:spcPct val="125000"/>
              </a:lnSpc>
              <a:spcBef>
                <a:spcPts val="0"/>
              </a:spcBef>
              <a:spcAft>
                <a:spcPts val="0"/>
              </a:spcAft>
              <a:buClr>
                <a:srgbClr val="FFFFFF"/>
              </a:buClr>
              <a:buSzPts val="1400"/>
              <a:buChar char="●"/>
              <a:defRPr>
                <a:solidFill>
                  <a:srgbClr val="FFFFFF"/>
                </a:solidFill>
              </a:defRPr>
            </a:lvl4pPr>
            <a:lvl5pPr indent="-317500" lvl="4" marL="2286000" algn="l">
              <a:lnSpc>
                <a:spcPct val="125000"/>
              </a:lnSpc>
              <a:spcBef>
                <a:spcPts val="0"/>
              </a:spcBef>
              <a:spcAft>
                <a:spcPts val="0"/>
              </a:spcAft>
              <a:buClr>
                <a:srgbClr val="FFFFFF"/>
              </a:buClr>
              <a:buSzPts val="1400"/>
              <a:buChar char="○"/>
              <a:defRPr>
                <a:solidFill>
                  <a:srgbClr val="FFFFFF"/>
                </a:solidFill>
              </a:defRPr>
            </a:lvl5pPr>
            <a:lvl6pPr indent="-317500" lvl="5" marL="2743200" algn="l">
              <a:lnSpc>
                <a:spcPct val="125000"/>
              </a:lnSpc>
              <a:spcBef>
                <a:spcPts val="0"/>
              </a:spcBef>
              <a:spcAft>
                <a:spcPts val="0"/>
              </a:spcAft>
              <a:buClr>
                <a:srgbClr val="FFFFFF"/>
              </a:buClr>
              <a:buSzPts val="1400"/>
              <a:buChar char="■"/>
              <a:defRPr>
                <a:solidFill>
                  <a:srgbClr val="FFFFFF"/>
                </a:solidFill>
              </a:defRPr>
            </a:lvl6pPr>
            <a:lvl7pPr indent="-317500" lvl="6" marL="3200400" algn="l">
              <a:lnSpc>
                <a:spcPct val="125000"/>
              </a:lnSpc>
              <a:spcBef>
                <a:spcPts val="0"/>
              </a:spcBef>
              <a:spcAft>
                <a:spcPts val="0"/>
              </a:spcAft>
              <a:buClr>
                <a:srgbClr val="FFFFFF"/>
              </a:buClr>
              <a:buSzPts val="1400"/>
              <a:buChar char="●"/>
              <a:defRPr>
                <a:solidFill>
                  <a:srgbClr val="FFFFFF"/>
                </a:solidFill>
              </a:defRPr>
            </a:lvl7pPr>
            <a:lvl8pPr indent="-317500" lvl="7" marL="3657600" algn="l">
              <a:lnSpc>
                <a:spcPct val="125000"/>
              </a:lnSpc>
              <a:spcBef>
                <a:spcPts val="0"/>
              </a:spcBef>
              <a:spcAft>
                <a:spcPts val="0"/>
              </a:spcAft>
              <a:buClr>
                <a:srgbClr val="FFFFFF"/>
              </a:buClr>
              <a:buSzPts val="1400"/>
              <a:buChar char="○"/>
              <a:defRPr>
                <a:solidFill>
                  <a:srgbClr val="FFFFFF"/>
                </a:solidFill>
              </a:defRPr>
            </a:lvl8pPr>
            <a:lvl9pPr indent="-317500" lvl="8" marL="4114800" algn="l">
              <a:lnSpc>
                <a:spcPct val="125000"/>
              </a:lnSpc>
              <a:spcBef>
                <a:spcPts val="0"/>
              </a:spcBef>
              <a:spcAft>
                <a:spcPts val="0"/>
              </a:spcAft>
              <a:buClr>
                <a:srgbClr val="FFFFFF"/>
              </a:buClr>
              <a:buSzPts val="1400"/>
              <a:buChar char="■"/>
              <a:defRPr>
                <a:solidFill>
                  <a:srgbClr val="FFFFFF"/>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_1">
    <p:bg>
      <p:bgPr>
        <a:solidFill>
          <a:srgbClr val="57068C"/>
        </a:solidFill>
      </p:bgPr>
    </p:bg>
    <p:spTree>
      <p:nvGrpSpPr>
        <p:cNvPr id="48" name="Shape 48"/>
        <p:cNvGrpSpPr/>
        <p:nvPr/>
      </p:nvGrpSpPr>
      <p:grpSpPr>
        <a:xfrm>
          <a:off x="0" y="0"/>
          <a:ext cx="0" cy="0"/>
          <a:chOff x="0" y="0"/>
          <a:chExt cx="0" cy="0"/>
        </a:xfrm>
      </p:grpSpPr>
      <p:pic>
        <p:nvPicPr>
          <p:cNvPr id="49" name="Google Shape;49;p28"/>
          <p:cNvPicPr preferRelativeResize="0"/>
          <p:nvPr/>
        </p:nvPicPr>
        <p:blipFill rotWithShape="1">
          <a:blip r:embed="rId2">
            <a:alphaModFix/>
          </a:blip>
          <a:srcRect b="0" l="0" r="0" t="0"/>
          <a:stretch/>
        </p:blipFill>
        <p:spPr>
          <a:xfrm>
            <a:off x="1" y="0"/>
            <a:ext cx="9144000" cy="5143497"/>
          </a:xfrm>
          <a:prstGeom prst="rect">
            <a:avLst/>
          </a:prstGeom>
          <a:noFill/>
          <a:ln>
            <a:noFill/>
          </a:ln>
        </p:spPr>
      </p:pic>
      <p:sp>
        <p:nvSpPr>
          <p:cNvPr id="50" name="Google Shape;50;p28"/>
          <p:cNvSpPr txBox="1"/>
          <p:nvPr>
            <p:ph type="title"/>
          </p:nvPr>
        </p:nvSpPr>
        <p:spPr>
          <a:xfrm>
            <a:off x="316949" y="1243943"/>
            <a:ext cx="8265600" cy="19098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4200"/>
              <a:buNone/>
              <a:defRPr sz="7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solidFill>
                  <a:schemeClr val="lt1"/>
                </a:solidFill>
                <a:latin typeface="Montserrat"/>
                <a:ea typeface="Montserrat"/>
                <a:cs typeface="Montserrat"/>
                <a:sym typeface="Montserrat"/>
              </a:defRPr>
            </a:lvl2pPr>
            <a:lvl3pPr lvl="2" algn="l">
              <a:lnSpc>
                <a:spcPct val="100000"/>
              </a:lnSpc>
              <a:spcBef>
                <a:spcPts val="0"/>
              </a:spcBef>
              <a:spcAft>
                <a:spcPts val="0"/>
              </a:spcAft>
              <a:buSzPts val="2800"/>
              <a:buNone/>
              <a:defRPr>
                <a:solidFill>
                  <a:schemeClr val="lt1"/>
                </a:solidFill>
                <a:latin typeface="Montserrat"/>
                <a:ea typeface="Montserrat"/>
                <a:cs typeface="Montserrat"/>
                <a:sym typeface="Montserrat"/>
              </a:defRPr>
            </a:lvl3pPr>
            <a:lvl4pPr lvl="3" algn="l">
              <a:lnSpc>
                <a:spcPct val="100000"/>
              </a:lnSpc>
              <a:spcBef>
                <a:spcPts val="0"/>
              </a:spcBef>
              <a:spcAft>
                <a:spcPts val="0"/>
              </a:spcAft>
              <a:buSzPts val="2800"/>
              <a:buNone/>
              <a:defRPr>
                <a:solidFill>
                  <a:schemeClr val="lt1"/>
                </a:solidFill>
                <a:latin typeface="Montserrat"/>
                <a:ea typeface="Montserrat"/>
                <a:cs typeface="Montserrat"/>
                <a:sym typeface="Montserrat"/>
              </a:defRPr>
            </a:lvl4pPr>
            <a:lvl5pPr lvl="4" algn="l">
              <a:lnSpc>
                <a:spcPct val="100000"/>
              </a:lnSpc>
              <a:spcBef>
                <a:spcPts val="0"/>
              </a:spcBef>
              <a:spcAft>
                <a:spcPts val="0"/>
              </a:spcAft>
              <a:buSzPts val="2800"/>
              <a:buNone/>
              <a:defRPr>
                <a:solidFill>
                  <a:schemeClr val="lt1"/>
                </a:solidFill>
                <a:latin typeface="Montserrat"/>
                <a:ea typeface="Montserrat"/>
                <a:cs typeface="Montserrat"/>
                <a:sym typeface="Montserrat"/>
              </a:defRPr>
            </a:lvl5pPr>
            <a:lvl6pPr lvl="5" algn="l">
              <a:lnSpc>
                <a:spcPct val="100000"/>
              </a:lnSpc>
              <a:spcBef>
                <a:spcPts val="0"/>
              </a:spcBef>
              <a:spcAft>
                <a:spcPts val="0"/>
              </a:spcAft>
              <a:buSzPts val="2800"/>
              <a:buNone/>
              <a:defRPr>
                <a:solidFill>
                  <a:schemeClr val="lt1"/>
                </a:solidFill>
                <a:latin typeface="Montserrat"/>
                <a:ea typeface="Montserrat"/>
                <a:cs typeface="Montserrat"/>
                <a:sym typeface="Montserrat"/>
              </a:defRPr>
            </a:lvl6pPr>
            <a:lvl7pPr lvl="6" algn="l">
              <a:lnSpc>
                <a:spcPct val="100000"/>
              </a:lnSpc>
              <a:spcBef>
                <a:spcPts val="0"/>
              </a:spcBef>
              <a:spcAft>
                <a:spcPts val="0"/>
              </a:spcAft>
              <a:buSzPts val="2800"/>
              <a:buNone/>
              <a:defRPr>
                <a:solidFill>
                  <a:schemeClr val="lt1"/>
                </a:solidFill>
                <a:latin typeface="Montserrat"/>
                <a:ea typeface="Montserrat"/>
                <a:cs typeface="Montserrat"/>
                <a:sym typeface="Montserrat"/>
              </a:defRPr>
            </a:lvl7pPr>
            <a:lvl8pPr lvl="7" algn="l">
              <a:lnSpc>
                <a:spcPct val="100000"/>
              </a:lnSpc>
              <a:spcBef>
                <a:spcPts val="0"/>
              </a:spcBef>
              <a:spcAft>
                <a:spcPts val="0"/>
              </a:spcAft>
              <a:buSzPts val="2800"/>
              <a:buNone/>
              <a:defRPr>
                <a:solidFill>
                  <a:schemeClr val="lt1"/>
                </a:solidFill>
                <a:latin typeface="Montserrat"/>
                <a:ea typeface="Montserrat"/>
                <a:cs typeface="Montserrat"/>
                <a:sym typeface="Montserrat"/>
              </a:defRPr>
            </a:lvl8pPr>
            <a:lvl9pPr lvl="8" algn="l">
              <a:lnSpc>
                <a:spcPct val="100000"/>
              </a:lnSpc>
              <a:spcBef>
                <a:spcPts val="0"/>
              </a:spcBef>
              <a:spcAft>
                <a:spcPts val="0"/>
              </a:spcAft>
              <a:buSzPts val="2800"/>
              <a:buNone/>
              <a:defRPr>
                <a:solidFill>
                  <a:schemeClr val="lt1"/>
                </a:solidFill>
                <a:latin typeface="Montserrat"/>
                <a:ea typeface="Montserrat"/>
                <a:cs typeface="Montserrat"/>
                <a:sym typeface="Montserrat"/>
              </a:defRPr>
            </a:lvl9pPr>
          </a:lstStyle>
          <a:p/>
        </p:txBody>
      </p:sp>
      <p:pic>
        <p:nvPicPr>
          <p:cNvPr descr="New York University logo" id="51" name="Google Shape;51;p28"/>
          <p:cNvPicPr preferRelativeResize="0"/>
          <p:nvPr/>
        </p:nvPicPr>
        <p:blipFill rotWithShape="1">
          <a:blip r:embed="rId3">
            <a:alphaModFix/>
          </a:blip>
          <a:srcRect b="0" l="0" r="0" t="0"/>
          <a:stretch/>
        </p:blipFill>
        <p:spPr>
          <a:xfrm>
            <a:off x="407175" y="427947"/>
            <a:ext cx="1049175" cy="356100"/>
          </a:xfrm>
          <a:prstGeom prst="rect">
            <a:avLst/>
          </a:prstGeom>
          <a:noFill/>
          <a:ln>
            <a:noFill/>
          </a:ln>
        </p:spPr>
      </p:pic>
      <p:sp>
        <p:nvSpPr>
          <p:cNvPr id="52" name="Google Shape;52;p28"/>
          <p:cNvSpPr txBox="1"/>
          <p:nvPr>
            <p:ph idx="1" type="subTitle"/>
          </p:nvPr>
        </p:nvSpPr>
        <p:spPr>
          <a:xfrm>
            <a:off x="307600" y="3119750"/>
            <a:ext cx="4761000" cy="779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sz="2000">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3" name="Google Shape;53;p28"/>
          <p:cNvSpPr txBox="1"/>
          <p:nvPr>
            <p:ph idx="2" type="body"/>
          </p:nvPr>
        </p:nvSpPr>
        <p:spPr>
          <a:xfrm>
            <a:off x="307600" y="4145050"/>
            <a:ext cx="2436000" cy="657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Clr>
                <a:srgbClr val="FFFFFF"/>
              </a:buClr>
              <a:buSzPts val="1100"/>
              <a:buFont typeface="Montserrat ExtraBold"/>
              <a:buChar char="●"/>
              <a:defRPr sz="1100">
                <a:solidFill>
                  <a:srgbClr val="FFFFFF"/>
                </a:solidFill>
                <a:latin typeface="Montserrat ExtraBold"/>
                <a:ea typeface="Montserrat ExtraBold"/>
                <a:cs typeface="Montserrat ExtraBold"/>
                <a:sym typeface="Montserrat ExtraBold"/>
              </a:defRPr>
            </a:lvl1pPr>
            <a:lvl2pPr indent="-317500" lvl="1" marL="914400" algn="l">
              <a:lnSpc>
                <a:spcPct val="125000"/>
              </a:lnSpc>
              <a:spcBef>
                <a:spcPts val="0"/>
              </a:spcBef>
              <a:spcAft>
                <a:spcPts val="0"/>
              </a:spcAft>
              <a:buClr>
                <a:srgbClr val="FFFFFF"/>
              </a:buClr>
              <a:buSzPts val="1400"/>
              <a:buChar char="○"/>
              <a:defRPr>
                <a:solidFill>
                  <a:srgbClr val="FFFFFF"/>
                </a:solidFill>
              </a:defRPr>
            </a:lvl2pPr>
            <a:lvl3pPr indent="-317500" lvl="2" marL="1371600" algn="l">
              <a:lnSpc>
                <a:spcPct val="125000"/>
              </a:lnSpc>
              <a:spcBef>
                <a:spcPts val="0"/>
              </a:spcBef>
              <a:spcAft>
                <a:spcPts val="0"/>
              </a:spcAft>
              <a:buClr>
                <a:srgbClr val="FFFFFF"/>
              </a:buClr>
              <a:buSzPts val="1400"/>
              <a:buChar char="■"/>
              <a:defRPr>
                <a:solidFill>
                  <a:srgbClr val="FFFFFF"/>
                </a:solidFill>
              </a:defRPr>
            </a:lvl3pPr>
            <a:lvl4pPr indent="-317500" lvl="3" marL="1828800" algn="l">
              <a:lnSpc>
                <a:spcPct val="125000"/>
              </a:lnSpc>
              <a:spcBef>
                <a:spcPts val="0"/>
              </a:spcBef>
              <a:spcAft>
                <a:spcPts val="0"/>
              </a:spcAft>
              <a:buClr>
                <a:srgbClr val="FFFFFF"/>
              </a:buClr>
              <a:buSzPts val="1400"/>
              <a:buChar char="●"/>
              <a:defRPr>
                <a:solidFill>
                  <a:srgbClr val="FFFFFF"/>
                </a:solidFill>
              </a:defRPr>
            </a:lvl4pPr>
            <a:lvl5pPr indent="-317500" lvl="4" marL="2286000" algn="l">
              <a:lnSpc>
                <a:spcPct val="125000"/>
              </a:lnSpc>
              <a:spcBef>
                <a:spcPts val="0"/>
              </a:spcBef>
              <a:spcAft>
                <a:spcPts val="0"/>
              </a:spcAft>
              <a:buClr>
                <a:srgbClr val="FFFFFF"/>
              </a:buClr>
              <a:buSzPts val="1400"/>
              <a:buChar char="○"/>
              <a:defRPr>
                <a:solidFill>
                  <a:srgbClr val="FFFFFF"/>
                </a:solidFill>
              </a:defRPr>
            </a:lvl5pPr>
            <a:lvl6pPr indent="-317500" lvl="5" marL="2743200" algn="l">
              <a:lnSpc>
                <a:spcPct val="125000"/>
              </a:lnSpc>
              <a:spcBef>
                <a:spcPts val="0"/>
              </a:spcBef>
              <a:spcAft>
                <a:spcPts val="0"/>
              </a:spcAft>
              <a:buClr>
                <a:srgbClr val="FFFFFF"/>
              </a:buClr>
              <a:buSzPts val="1400"/>
              <a:buChar char="■"/>
              <a:defRPr>
                <a:solidFill>
                  <a:srgbClr val="FFFFFF"/>
                </a:solidFill>
              </a:defRPr>
            </a:lvl6pPr>
            <a:lvl7pPr indent="-317500" lvl="6" marL="3200400" algn="l">
              <a:lnSpc>
                <a:spcPct val="125000"/>
              </a:lnSpc>
              <a:spcBef>
                <a:spcPts val="0"/>
              </a:spcBef>
              <a:spcAft>
                <a:spcPts val="0"/>
              </a:spcAft>
              <a:buClr>
                <a:srgbClr val="FFFFFF"/>
              </a:buClr>
              <a:buSzPts val="1400"/>
              <a:buChar char="●"/>
              <a:defRPr>
                <a:solidFill>
                  <a:srgbClr val="FFFFFF"/>
                </a:solidFill>
              </a:defRPr>
            </a:lvl7pPr>
            <a:lvl8pPr indent="-317500" lvl="7" marL="3657600" algn="l">
              <a:lnSpc>
                <a:spcPct val="125000"/>
              </a:lnSpc>
              <a:spcBef>
                <a:spcPts val="0"/>
              </a:spcBef>
              <a:spcAft>
                <a:spcPts val="0"/>
              </a:spcAft>
              <a:buClr>
                <a:srgbClr val="FFFFFF"/>
              </a:buClr>
              <a:buSzPts val="1400"/>
              <a:buChar char="○"/>
              <a:defRPr>
                <a:solidFill>
                  <a:srgbClr val="FFFFFF"/>
                </a:solidFill>
              </a:defRPr>
            </a:lvl8pPr>
            <a:lvl9pPr indent="-317500" lvl="8" marL="4114800" algn="l">
              <a:lnSpc>
                <a:spcPct val="125000"/>
              </a:lnSpc>
              <a:spcBef>
                <a:spcPts val="0"/>
              </a:spcBef>
              <a:spcAft>
                <a:spcPts val="0"/>
              </a:spcAft>
              <a:buClr>
                <a:srgbClr val="FFFFFF"/>
              </a:buClr>
              <a:buSzPts val="1400"/>
              <a:buChar char="■"/>
              <a:defRPr>
                <a:solidFill>
                  <a:srgbClr val="FFFFFF"/>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5">
  <p:cSld name="TITLE_1_1_1_1">
    <p:bg>
      <p:bgPr>
        <a:solidFill>
          <a:srgbClr val="57068C"/>
        </a:solidFill>
      </p:bgPr>
    </p:bg>
    <p:spTree>
      <p:nvGrpSpPr>
        <p:cNvPr id="54" name="Shape 54"/>
        <p:cNvGrpSpPr/>
        <p:nvPr/>
      </p:nvGrpSpPr>
      <p:grpSpPr>
        <a:xfrm>
          <a:off x="0" y="0"/>
          <a:ext cx="0" cy="0"/>
          <a:chOff x="0" y="0"/>
          <a:chExt cx="0" cy="0"/>
        </a:xfrm>
      </p:grpSpPr>
      <p:pic>
        <p:nvPicPr>
          <p:cNvPr id="55" name="Google Shape;55;p29"/>
          <p:cNvPicPr preferRelativeResize="0"/>
          <p:nvPr/>
        </p:nvPicPr>
        <p:blipFill rotWithShape="1">
          <a:blip r:embed="rId2">
            <a:alphaModFix/>
          </a:blip>
          <a:srcRect b="0" l="0" r="0" t="0"/>
          <a:stretch/>
        </p:blipFill>
        <p:spPr>
          <a:xfrm>
            <a:off x="1" y="0"/>
            <a:ext cx="9144000" cy="5143497"/>
          </a:xfrm>
          <a:prstGeom prst="rect">
            <a:avLst/>
          </a:prstGeom>
          <a:noFill/>
          <a:ln>
            <a:noFill/>
          </a:ln>
        </p:spPr>
      </p:pic>
      <p:sp>
        <p:nvSpPr>
          <p:cNvPr id="56" name="Google Shape;56;p29"/>
          <p:cNvSpPr txBox="1"/>
          <p:nvPr>
            <p:ph type="title"/>
          </p:nvPr>
        </p:nvSpPr>
        <p:spPr>
          <a:xfrm>
            <a:off x="316949" y="1243943"/>
            <a:ext cx="8265600" cy="19098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4200"/>
              <a:buNone/>
              <a:defRPr sz="7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solidFill>
                  <a:schemeClr val="lt1"/>
                </a:solidFill>
                <a:latin typeface="Montserrat"/>
                <a:ea typeface="Montserrat"/>
                <a:cs typeface="Montserrat"/>
                <a:sym typeface="Montserrat"/>
              </a:defRPr>
            </a:lvl2pPr>
            <a:lvl3pPr lvl="2" algn="l">
              <a:lnSpc>
                <a:spcPct val="100000"/>
              </a:lnSpc>
              <a:spcBef>
                <a:spcPts val="0"/>
              </a:spcBef>
              <a:spcAft>
                <a:spcPts val="0"/>
              </a:spcAft>
              <a:buSzPts val="2800"/>
              <a:buNone/>
              <a:defRPr>
                <a:solidFill>
                  <a:schemeClr val="lt1"/>
                </a:solidFill>
                <a:latin typeface="Montserrat"/>
                <a:ea typeface="Montserrat"/>
                <a:cs typeface="Montserrat"/>
                <a:sym typeface="Montserrat"/>
              </a:defRPr>
            </a:lvl3pPr>
            <a:lvl4pPr lvl="3" algn="l">
              <a:lnSpc>
                <a:spcPct val="100000"/>
              </a:lnSpc>
              <a:spcBef>
                <a:spcPts val="0"/>
              </a:spcBef>
              <a:spcAft>
                <a:spcPts val="0"/>
              </a:spcAft>
              <a:buSzPts val="2800"/>
              <a:buNone/>
              <a:defRPr>
                <a:solidFill>
                  <a:schemeClr val="lt1"/>
                </a:solidFill>
                <a:latin typeface="Montserrat"/>
                <a:ea typeface="Montserrat"/>
                <a:cs typeface="Montserrat"/>
                <a:sym typeface="Montserrat"/>
              </a:defRPr>
            </a:lvl4pPr>
            <a:lvl5pPr lvl="4" algn="l">
              <a:lnSpc>
                <a:spcPct val="100000"/>
              </a:lnSpc>
              <a:spcBef>
                <a:spcPts val="0"/>
              </a:spcBef>
              <a:spcAft>
                <a:spcPts val="0"/>
              </a:spcAft>
              <a:buSzPts val="2800"/>
              <a:buNone/>
              <a:defRPr>
                <a:solidFill>
                  <a:schemeClr val="lt1"/>
                </a:solidFill>
                <a:latin typeface="Montserrat"/>
                <a:ea typeface="Montserrat"/>
                <a:cs typeface="Montserrat"/>
                <a:sym typeface="Montserrat"/>
              </a:defRPr>
            </a:lvl5pPr>
            <a:lvl6pPr lvl="5" algn="l">
              <a:lnSpc>
                <a:spcPct val="100000"/>
              </a:lnSpc>
              <a:spcBef>
                <a:spcPts val="0"/>
              </a:spcBef>
              <a:spcAft>
                <a:spcPts val="0"/>
              </a:spcAft>
              <a:buSzPts val="2800"/>
              <a:buNone/>
              <a:defRPr>
                <a:solidFill>
                  <a:schemeClr val="lt1"/>
                </a:solidFill>
                <a:latin typeface="Montserrat"/>
                <a:ea typeface="Montserrat"/>
                <a:cs typeface="Montserrat"/>
                <a:sym typeface="Montserrat"/>
              </a:defRPr>
            </a:lvl6pPr>
            <a:lvl7pPr lvl="6" algn="l">
              <a:lnSpc>
                <a:spcPct val="100000"/>
              </a:lnSpc>
              <a:spcBef>
                <a:spcPts val="0"/>
              </a:spcBef>
              <a:spcAft>
                <a:spcPts val="0"/>
              </a:spcAft>
              <a:buSzPts val="2800"/>
              <a:buNone/>
              <a:defRPr>
                <a:solidFill>
                  <a:schemeClr val="lt1"/>
                </a:solidFill>
                <a:latin typeface="Montserrat"/>
                <a:ea typeface="Montserrat"/>
                <a:cs typeface="Montserrat"/>
                <a:sym typeface="Montserrat"/>
              </a:defRPr>
            </a:lvl7pPr>
            <a:lvl8pPr lvl="7" algn="l">
              <a:lnSpc>
                <a:spcPct val="100000"/>
              </a:lnSpc>
              <a:spcBef>
                <a:spcPts val="0"/>
              </a:spcBef>
              <a:spcAft>
                <a:spcPts val="0"/>
              </a:spcAft>
              <a:buSzPts val="2800"/>
              <a:buNone/>
              <a:defRPr>
                <a:solidFill>
                  <a:schemeClr val="lt1"/>
                </a:solidFill>
                <a:latin typeface="Montserrat"/>
                <a:ea typeface="Montserrat"/>
                <a:cs typeface="Montserrat"/>
                <a:sym typeface="Montserrat"/>
              </a:defRPr>
            </a:lvl8pPr>
            <a:lvl9pPr lvl="8" algn="l">
              <a:lnSpc>
                <a:spcPct val="100000"/>
              </a:lnSpc>
              <a:spcBef>
                <a:spcPts val="0"/>
              </a:spcBef>
              <a:spcAft>
                <a:spcPts val="0"/>
              </a:spcAft>
              <a:buSzPts val="2800"/>
              <a:buNone/>
              <a:defRPr>
                <a:solidFill>
                  <a:schemeClr val="lt1"/>
                </a:solidFill>
                <a:latin typeface="Montserrat"/>
                <a:ea typeface="Montserrat"/>
                <a:cs typeface="Montserrat"/>
                <a:sym typeface="Montserrat"/>
              </a:defRPr>
            </a:lvl9pPr>
          </a:lstStyle>
          <a:p/>
        </p:txBody>
      </p:sp>
      <p:pic>
        <p:nvPicPr>
          <p:cNvPr descr="New York University logo" id="57" name="Google Shape;57;p29"/>
          <p:cNvPicPr preferRelativeResize="0"/>
          <p:nvPr/>
        </p:nvPicPr>
        <p:blipFill rotWithShape="1">
          <a:blip r:embed="rId3">
            <a:alphaModFix/>
          </a:blip>
          <a:srcRect b="0" l="0" r="0" t="0"/>
          <a:stretch/>
        </p:blipFill>
        <p:spPr>
          <a:xfrm>
            <a:off x="407175" y="427947"/>
            <a:ext cx="1049175" cy="356100"/>
          </a:xfrm>
          <a:prstGeom prst="rect">
            <a:avLst/>
          </a:prstGeom>
          <a:noFill/>
          <a:ln>
            <a:noFill/>
          </a:ln>
        </p:spPr>
      </p:pic>
      <p:sp>
        <p:nvSpPr>
          <p:cNvPr id="58" name="Google Shape;58;p29"/>
          <p:cNvSpPr txBox="1"/>
          <p:nvPr>
            <p:ph idx="1" type="subTitle"/>
          </p:nvPr>
        </p:nvSpPr>
        <p:spPr>
          <a:xfrm>
            <a:off x="307600" y="3119750"/>
            <a:ext cx="4761000" cy="779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sz="2000">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9" name="Google Shape;59;p29"/>
          <p:cNvSpPr txBox="1"/>
          <p:nvPr>
            <p:ph idx="2" type="body"/>
          </p:nvPr>
        </p:nvSpPr>
        <p:spPr>
          <a:xfrm>
            <a:off x="307600" y="4145050"/>
            <a:ext cx="2436000" cy="657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Clr>
                <a:srgbClr val="FFFFFF"/>
              </a:buClr>
              <a:buSzPts val="1100"/>
              <a:buFont typeface="Montserrat ExtraBold"/>
              <a:buChar char="●"/>
              <a:defRPr sz="1100">
                <a:solidFill>
                  <a:srgbClr val="FFFFFF"/>
                </a:solidFill>
                <a:latin typeface="Montserrat ExtraBold"/>
                <a:ea typeface="Montserrat ExtraBold"/>
                <a:cs typeface="Montserrat ExtraBold"/>
                <a:sym typeface="Montserrat ExtraBold"/>
              </a:defRPr>
            </a:lvl1pPr>
            <a:lvl2pPr indent="-317500" lvl="1" marL="914400" algn="l">
              <a:lnSpc>
                <a:spcPct val="125000"/>
              </a:lnSpc>
              <a:spcBef>
                <a:spcPts val="0"/>
              </a:spcBef>
              <a:spcAft>
                <a:spcPts val="0"/>
              </a:spcAft>
              <a:buClr>
                <a:srgbClr val="FFFFFF"/>
              </a:buClr>
              <a:buSzPts val="1400"/>
              <a:buChar char="○"/>
              <a:defRPr>
                <a:solidFill>
                  <a:srgbClr val="FFFFFF"/>
                </a:solidFill>
              </a:defRPr>
            </a:lvl2pPr>
            <a:lvl3pPr indent="-317500" lvl="2" marL="1371600" algn="l">
              <a:lnSpc>
                <a:spcPct val="125000"/>
              </a:lnSpc>
              <a:spcBef>
                <a:spcPts val="0"/>
              </a:spcBef>
              <a:spcAft>
                <a:spcPts val="0"/>
              </a:spcAft>
              <a:buClr>
                <a:srgbClr val="FFFFFF"/>
              </a:buClr>
              <a:buSzPts val="1400"/>
              <a:buChar char="■"/>
              <a:defRPr>
                <a:solidFill>
                  <a:srgbClr val="FFFFFF"/>
                </a:solidFill>
              </a:defRPr>
            </a:lvl3pPr>
            <a:lvl4pPr indent="-317500" lvl="3" marL="1828800" algn="l">
              <a:lnSpc>
                <a:spcPct val="125000"/>
              </a:lnSpc>
              <a:spcBef>
                <a:spcPts val="0"/>
              </a:spcBef>
              <a:spcAft>
                <a:spcPts val="0"/>
              </a:spcAft>
              <a:buClr>
                <a:srgbClr val="FFFFFF"/>
              </a:buClr>
              <a:buSzPts val="1400"/>
              <a:buChar char="●"/>
              <a:defRPr>
                <a:solidFill>
                  <a:srgbClr val="FFFFFF"/>
                </a:solidFill>
              </a:defRPr>
            </a:lvl4pPr>
            <a:lvl5pPr indent="-317500" lvl="4" marL="2286000" algn="l">
              <a:lnSpc>
                <a:spcPct val="125000"/>
              </a:lnSpc>
              <a:spcBef>
                <a:spcPts val="0"/>
              </a:spcBef>
              <a:spcAft>
                <a:spcPts val="0"/>
              </a:spcAft>
              <a:buClr>
                <a:srgbClr val="FFFFFF"/>
              </a:buClr>
              <a:buSzPts val="1400"/>
              <a:buChar char="○"/>
              <a:defRPr>
                <a:solidFill>
                  <a:srgbClr val="FFFFFF"/>
                </a:solidFill>
              </a:defRPr>
            </a:lvl5pPr>
            <a:lvl6pPr indent="-317500" lvl="5" marL="2743200" algn="l">
              <a:lnSpc>
                <a:spcPct val="125000"/>
              </a:lnSpc>
              <a:spcBef>
                <a:spcPts val="0"/>
              </a:spcBef>
              <a:spcAft>
                <a:spcPts val="0"/>
              </a:spcAft>
              <a:buClr>
                <a:srgbClr val="FFFFFF"/>
              </a:buClr>
              <a:buSzPts val="1400"/>
              <a:buChar char="■"/>
              <a:defRPr>
                <a:solidFill>
                  <a:srgbClr val="FFFFFF"/>
                </a:solidFill>
              </a:defRPr>
            </a:lvl6pPr>
            <a:lvl7pPr indent="-317500" lvl="6" marL="3200400" algn="l">
              <a:lnSpc>
                <a:spcPct val="125000"/>
              </a:lnSpc>
              <a:spcBef>
                <a:spcPts val="0"/>
              </a:spcBef>
              <a:spcAft>
                <a:spcPts val="0"/>
              </a:spcAft>
              <a:buClr>
                <a:srgbClr val="FFFFFF"/>
              </a:buClr>
              <a:buSzPts val="1400"/>
              <a:buChar char="●"/>
              <a:defRPr>
                <a:solidFill>
                  <a:srgbClr val="FFFFFF"/>
                </a:solidFill>
              </a:defRPr>
            </a:lvl7pPr>
            <a:lvl8pPr indent="-317500" lvl="7" marL="3657600" algn="l">
              <a:lnSpc>
                <a:spcPct val="125000"/>
              </a:lnSpc>
              <a:spcBef>
                <a:spcPts val="0"/>
              </a:spcBef>
              <a:spcAft>
                <a:spcPts val="0"/>
              </a:spcAft>
              <a:buClr>
                <a:srgbClr val="FFFFFF"/>
              </a:buClr>
              <a:buSzPts val="1400"/>
              <a:buChar char="○"/>
              <a:defRPr>
                <a:solidFill>
                  <a:srgbClr val="FFFFFF"/>
                </a:solidFill>
              </a:defRPr>
            </a:lvl8pPr>
            <a:lvl9pPr indent="-317500" lvl="8" marL="4114800" algn="l">
              <a:lnSpc>
                <a:spcPct val="125000"/>
              </a:lnSpc>
              <a:spcBef>
                <a:spcPts val="0"/>
              </a:spcBef>
              <a:spcAft>
                <a:spcPts val="0"/>
              </a:spcAft>
              <a:buClr>
                <a:srgbClr val="FFFFFF"/>
              </a:buClr>
              <a:buSzPts val="1400"/>
              <a:buChar char="■"/>
              <a:defRPr>
                <a:solidFill>
                  <a:srgbClr val="FFFFFF"/>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57068C"/>
        </a:solidFill>
      </p:bgPr>
    </p:bg>
    <p:spTree>
      <p:nvGrpSpPr>
        <p:cNvPr id="60" name="Shape 60"/>
        <p:cNvGrpSpPr/>
        <p:nvPr/>
      </p:nvGrpSpPr>
      <p:grpSpPr>
        <a:xfrm>
          <a:off x="0" y="0"/>
          <a:ext cx="0" cy="0"/>
          <a:chOff x="0" y="0"/>
          <a:chExt cx="0" cy="0"/>
        </a:xfrm>
      </p:grpSpPr>
      <p:pic>
        <p:nvPicPr>
          <p:cNvPr id="61" name="Google Shape;61;p30"/>
          <p:cNvPicPr preferRelativeResize="0"/>
          <p:nvPr/>
        </p:nvPicPr>
        <p:blipFill rotWithShape="1">
          <a:blip r:embed="rId2">
            <a:alphaModFix/>
          </a:blip>
          <a:srcRect b="0" l="0" r="0" t="0"/>
          <a:stretch/>
        </p:blipFill>
        <p:spPr>
          <a:xfrm>
            <a:off x="0" y="0"/>
            <a:ext cx="9143997" cy="5143487"/>
          </a:xfrm>
          <a:prstGeom prst="rect">
            <a:avLst/>
          </a:prstGeom>
          <a:noFill/>
          <a:ln>
            <a:noFill/>
          </a:ln>
        </p:spPr>
      </p:pic>
      <p:cxnSp>
        <p:nvCxnSpPr>
          <p:cNvPr descr=" " id="62" name="Google Shape;62;p30"/>
          <p:cNvCxnSpPr/>
          <p:nvPr/>
        </p:nvCxnSpPr>
        <p:spPr>
          <a:xfrm>
            <a:off x="407168" y="2618527"/>
            <a:ext cx="521400" cy="0"/>
          </a:xfrm>
          <a:prstGeom prst="straightConnector1">
            <a:avLst/>
          </a:prstGeom>
          <a:noFill/>
          <a:ln cap="flat" cmpd="sng" w="76200">
            <a:solidFill>
              <a:srgbClr val="8900E1"/>
            </a:solidFill>
            <a:prstDash val="solid"/>
            <a:round/>
            <a:headEnd len="sm" w="sm" type="none"/>
            <a:tailEnd len="sm" w="sm" type="none"/>
          </a:ln>
        </p:spPr>
      </p:cxnSp>
      <p:pic>
        <p:nvPicPr>
          <p:cNvPr descr=" " id="63" name="Google Shape;63;p30"/>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64" name="Google Shape;64;p30"/>
          <p:cNvSpPr txBox="1"/>
          <p:nvPr>
            <p:ph type="title"/>
          </p:nvPr>
        </p:nvSpPr>
        <p:spPr>
          <a:xfrm>
            <a:off x="316950" y="457200"/>
            <a:ext cx="8520600" cy="1841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4200"/>
              <a:buNone/>
              <a:defRPr sz="68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65" name="Google Shape;65;p30"/>
          <p:cNvSpPr txBox="1"/>
          <p:nvPr>
            <p:ph idx="1" type="subTitle"/>
          </p:nvPr>
        </p:nvSpPr>
        <p:spPr>
          <a:xfrm>
            <a:off x="316950" y="2938025"/>
            <a:ext cx="40317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solidFill>
                  <a:schemeClr val="lt1"/>
                </a:solidFill>
              </a:defRPr>
            </a:lvl1pPr>
            <a:lvl2pPr lvl="1" algn="l">
              <a:lnSpc>
                <a:spcPct val="115000"/>
              </a:lnSpc>
              <a:spcBef>
                <a:spcPts val="1600"/>
              </a:spcBef>
              <a:spcAft>
                <a:spcPts val="0"/>
              </a:spcAft>
              <a:buSzPts val="1400"/>
              <a:buNone/>
              <a:defRPr>
                <a:solidFill>
                  <a:schemeClr val="lt1"/>
                </a:solidFill>
              </a:defRPr>
            </a:lvl2pPr>
            <a:lvl3pPr lvl="2" algn="l">
              <a:lnSpc>
                <a:spcPct val="115000"/>
              </a:lnSpc>
              <a:spcBef>
                <a:spcPts val="1600"/>
              </a:spcBef>
              <a:spcAft>
                <a:spcPts val="0"/>
              </a:spcAft>
              <a:buSzPts val="1400"/>
              <a:buNone/>
              <a:defRPr>
                <a:solidFill>
                  <a:schemeClr val="lt1"/>
                </a:solidFill>
              </a:defRPr>
            </a:lvl3pPr>
            <a:lvl4pPr lvl="3" algn="l">
              <a:lnSpc>
                <a:spcPct val="115000"/>
              </a:lnSpc>
              <a:spcBef>
                <a:spcPts val="1600"/>
              </a:spcBef>
              <a:spcAft>
                <a:spcPts val="0"/>
              </a:spcAft>
              <a:buSzPts val="1400"/>
              <a:buNone/>
              <a:defRPr>
                <a:solidFill>
                  <a:schemeClr val="lt1"/>
                </a:solidFill>
              </a:defRPr>
            </a:lvl4pPr>
            <a:lvl5pPr lvl="4" algn="l">
              <a:lnSpc>
                <a:spcPct val="115000"/>
              </a:lnSpc>
              <a:spcBef>
                <a:spcPts val="1600"/>
              </a:spcBef>
              <a:spcAft>
                <a:spcPts val="0"/>
              </a:spcAft>
              <a:buSzPts val="1400"/>
              <a:buNone/>
              <a:defRPr>
                <a:solidFill>
                  <a:schemeClr val="lt1"/>
                </a:solidFill>
              </a:defRPr>
            </a:lvl5pPr>
            <a:lvl6pPr lvl="5" algn="l">
              <a:lnSpc>
                <a:spcPct val="115000"/>
              </a:lnSpc>
              <a:spcBef>
                <a:spcPts val="1600"/>
              </a:spcBef>
              <a:spcAft>
                <a:spcPts val="0"/>
              </a:spcAft>
              <a:buSzPts val="1400"/>
              <a:buNone/>
              <a:defRPr>
                <a:solidFill>
                  <a:schemeClr val="lt1"/>
                </a:solidFill>
              </a:defRPr>
            </a:lvl6pPr>
            <a:lvl7pPr lvl="6" algn="l">
              <a:lnSpc>
                <a:spcPct val="115000"/>
              </a:lnSpc>
              <a:spcBef>
                <a:spcPts val="1600"/>
              </a:spcBef>
              <a:spcAft>
                <a:spcPts val="0"/>
              </a:spcAft>
              <a:buSzPts val="1400"/>
              <a:buNone/>
              <a:defRPr>
                <a:solidFill>
                  <a:schemeClr val="lt1"/>
                </a:solidFill>
              </a:defRPr>
            </a:lvl7pPr>
            <a:lvl8pPr lvl="7" algn="l">
              <a:lnSpc>
                <a:spcPct val="115000"/>
              </a:lnSpc>
              <a:spcBef>
                <a:spcPts val="1600"/>
              </a:spcBef>
              <a:spcAft>
                <a:spcPts val="0"/>
              </a:spcAft>
              <a:buSzPts val="1400"/>
              <a:buNone/>
              <a:defRPr>
                <a:solidFill>
                  <a:schemeClr val="lt1"/>
                </a:solidFill>
              </a:defRPr>
            </a:lvl8pPr>
            <a:lvl9pPr lvl="8" algn="l">
              <a:lnSpc>
                <a:spcPct val="115000"/>
              </a:lnSpc>
              <a:spcBef>
                <a:spcPts val="1600"/>
              </a:spcBef>
              <a:spcAft>
                <a:spcPts val="1600"/>
              </a:spcAft>
              <a:buSzPts val="1400"/>
              <a:buNone/>
              <a:defRPr>
                <a:solidFill>
                  <a:schemeClr val="lt1"/>
                </a:solidFill>
              </a:defRPr>
            </a:lvl9pPr>
          </a:lstStyle>
          <a:p/>
        </p:txBody>
      </p:sp>
    </p:spTree>
  </p:cSld>
  <p:clrMapOvr>
    <a:masterClrMapping/>
  </p:clrMapOvr>
  <p:extLst>
    <p:ext uri="{DCECCB84-F9BA-43D5-87BE-67443E8EF086}">
      <p15:sldGuideLst>
        <p15:guide id="1" orient="horz" pos="288">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FFFFFF"/>
        </a:solidFill>
      </p:bgPr>
    </p:bg>
    <p:spTree>
      <p:nvGrpSpPr>
        <p:cNvPr id="66" name="Shape 66"/>
        <p:cNvGrpSpPr/>
        <p:nvPr/>
      </p:nvGrpSpPr>
      <p:grpSpPr>
        <a:xfrm>
          <a:off x="0" y="0"/>
          <a:ext cx="0" cy="0"/>
          <a:chOff x="0" y="0"/>
          <a:chExt cx="0" cy="0"/>
        </a:xfrm>
      </p:grpSpPr>
      <p:pic>
        <p:nvPicPr>
          <p:cNvPr id="67" name="Google Shape;67;p31"/>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68" name="Google Shape;68;p31"/>
          <p:cNvSpPr txBox="1"/>
          <p:nvPr>
            <p:ph type="title"/>
          </p:nvPr>
        </p:nvSpPr>
        <p:spPr>
          <a:xfrm>
            <a:off x="407175" y="450150"/>
            <a:ext cx="8329500" cy="382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57068C"/>
              </a:buClr>
              <a:buSzPts val="6000"/>
              <a:buFont typeface="Montserrat Black"/>
              <a:buNone/>
              <a:defRPr sz="6000">
                <a:solidFill>
                  <a:srgbClr val="57068C"/>
                </a:solidFill>
                <a:latin typeface="Montserrat Black"/>
                <a:ea typeface="Montserrat Black"/>
                <a:cs typeface="Montserrat Black"/>
                <a:sym typeface="Montserrat Black"/>
              </a:defRPr>
            </a:lvl1pPr>
            <a:lvl2pPr lvl="1"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2pPr>
            <a:lvl3pPr lvl="2"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3pPr>
            <a:lvl4pPr lvl="3"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4pPr>
            <a:lvl5pPr lvl="4"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5pPr>
            <a:lvl6pPr lvl="5"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6pPr>
            <a:lvl7pPr lvl="6"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7pPr>
            <a:lvl8pPr lvl="7"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8pPr>
            <a:lvl9pPr lvl="8" algn="l">
              <a:lnSpc>
                <a:spcPct val="100000"/>
              </a:lnSpc>
              <a:spcBef>
                <a:spcPts val="0"/>
              </a:spcBef>
              <a:spcAft>
                <a:spcPts val="0"/>
              </a:spcAft>
              <a:buSzPts val="6000"/>
              <a:buFont typeface="Montserrat Black"/>
              <a:buNone/>
              <a:defRPr sz="6000">
                <a:latin typeface="Montserrat Black"/>
                <a:ea typeface="Montserrat Black"/>
                <a:cs typeface="Montserrat Black"/>
                <a:sym typeface="Montserrat Black"/>
              </a:defRPr>
            </a:lvl9pPr>
          </a:lstStyle>
          <a:p/>
        </p:txBody>
      </p:sp>
      <p:pic>
        <p:nvPicPr>
          <p:cNvPr descr=" " id="69" name="Google Shape;69;p31"/>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70" name="Google Shape;70;p3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spTree>
  </p:cSld>
  <p:clrMapOvr>
    <a:masterClrMapping/>
  </p:clrMapOvr>
  <p:extLst>
    <p:ext uri="{DCECCB84-F9BA-43D5-87BE-67443E8EF086}">
      <p15:sldGuideLst>
        <p15:guide id="1" orient="horz" pos="288">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1" name="Shape 71"/>
        <p:cNvGrpSpPr/>
        <p:nvPr/>
      </p:nvGrpSpPr>
      <p:grpSpPr>
        <a:xfrm>
          <a:off x="0" y="0"/>
          <a:ext cx="0" cy="0"/>
          <a:chOff x="0" y="0"/>
          <a:chExt cx="0" cy="0"/>
        </a:xfrm>
      </p:grpSpPr>
      <p:sp>
        <p:nvSpPr>
          <p:cNvPr descr=" " id="72" name="Google Shape;72;p32"/>
          <p:cNvSpPr/>
          <p:nvPr/>
        </p:nvSpPr>
        <p:spPr>
          <a:xfrm>
            <a:off x="4572000" y="-125"/>
            <a:ext cx="45720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2"/>
          <p:cNvSpPr txBox="1"/>
          <p:nvPr>
            <p:ph type="title"/>
          </p:nvPr>
        </p:nvSpPr>
        <p:spPr>
          <a:xfrm>
            <a:off x="294375" y="1233175"/>
            <a:ext cx="4079100" cy="1482300"/>
          </a:xfrm>
          <a:prstGeom prst="rect">
            <a:avLst/>
          </a:prstGeom>
          <a:noFill/>
          <a:ln>
            <a:noFill/>
          </a:ln>
        </p:spPr>
        <p:txBody>
          <a:bodyPr anchorCtr="0" anchor="b" bIns="91425" lIns="91425" spcFirstLastPara="1" rIns="91425" wrap="square" tIns="91425">
            <a:noAutofit/>
          </a:bodyPr>
          <a:lstStyle>
            <a:lvl1pPr lvl="0" algn="l">
              <a:lnSpc>
                <a:spcPct val="85000"/>
              </a:lnSpc>
              <a:spcBef>
                <a:spcPts val="0"/>
              </a:spcBef>
              <a:spcAft>
                <a:spcPts val="0"/>
              </a:spcAft>
              <a:buClr>
                <a:srgbClr val="57068C"/>
              </a:buClr>
              <a:buSzPts val="3600"/>
              <a:buFont typeface="Montserrat Black"/>
              <a:buNone/>
              <a:defRPr sz="3600">
                <a:solidFill>
                  <a:srgbClr val="57068C"/>
                </a:solidFill>
                <a:latin typeface="Montserrat Black"/>
                <a:ea typeface="Montserrat Black"/>
                <a:cs typeface="Montserrat Black"/>
                <a:sym typeface="Montserrat Black"/>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4" name="Google Shape;74;p32"/>
          <p:cNvSpPr txBox="1"/>
          <p:nvPr>
            <p:ph idx="1" type="subTitle"/>
          </p:nvPr>
        </p:nvSpPr>
        <p:spPr>
          <a:xfrm>
            <a:off x="294375" y="2803075"/>
            <a:ext cx="39558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9A6ABA"/>
              </a:buClr>
              <a:buSzPts val="1800"/>
              <a:buNone/>
              <a:defRPr>
                <a:solidFill>
                  <a:srgbClr val="9A6ABA"/>
                </a:solidFill>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75" name="Google Shape;75;p32"/>
          <p:cNvSpPr txBox="1"/>
          <p:nvPr>
            <p:ph idx="2" type="body"/>
          </p:nvPr>
        </p:nvSpPr>
        <p:spPr>
          <a:xfrm>
            <a:off x="4939500" y="724075"/>
            <a:ext cx="3837000" cy="3551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pic>
        <p:nvPicPr>
          <p:cNvPr descr=" " id="76" name="Google Shape;76;p32"/>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77" name="Google Shape;77;p3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page image">
  <p:cSld name="CUSTOM">
    <p:spTree>
      <p:nvGrpSpPr>
        <p:cNvPr id="78" name="Shape 78"/>
        <p:cNvGrpSpPr/>
        <p:nvPr/>
      </p:nvGrpSpPr>
      <p:grpSpPr>
        <a:xfrm>
          <a:off x="0" y="0"/>
          <a:ext cx="0" cy="0"/>
          <a:chOff x="0" y="0"/>
          <a:chExt cx="0" cy="0"/>
        </a:xfrm>
      </p:grpSpPr>
      <p:pic>
        <p:nvPicPr>
          <p:cNvPr descr=" " id="79" name="Google Shape;79;p3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80" name="Google Shape;80;p33"/>
          <p:cNvSpPr txBox="1"/>
          <p:nvPr>
            <p:ph type="title"/>
          </p:nvPr>
        </p:nvSpPr>
        <p:spPr>
          <a:xfrm>
            <a:off x="311700" y="445025"/>
            <a:ext cx="3803100" cy="1142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Clr>
                <a:srgbClr val="57068C"/>
              </a:buClr>
              <a:buSzPts val="4200"/>
              <a:buFont typeface="Montserrat Black"/>
              <a:buNone/>
              <a:defRPr>
                <a:solidFill>
                  <a:srgbClr val="57068C"/>
                </a:solidFill>
                <a:latin typeface="Montserrat Black"/>
                <a:ea typeface="Montserrat Black"/>
                <a:cs typeface="Montserrat Black"/>
                <a:sym typeface="Montserrat Black"/>
              </a:defRPr>
            </a:lvl1pPr>
            <a:lvl2pPr lvl="1"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2pPr>
            <a:lvl3pPr lvl="2"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3pPr>
            <a:lvl4pPr lvl="3"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4pPr>
            <a:lvl5pPr lvl="4"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5pPr>
            <a:lvl6pPr lvl="5"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6pPr>
            <a:lvl7pPr lvl="6"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7pPr>
            <a:lvl8pPr lvl="7"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8pPr>
            <a:lvl9pPr lvl="8" algn="l">
              <a:lnSpc>
                <a:spcPct val="85000"/>
              </a:lnSpc>
              <a:spcBef>
                <a:spcPts val="0"/>
              </a:spcBef>
              <a:spcAft>
                <a:spcPts val="0"/>
              </a:spcAft>
              <a:buSzPts val="2800"/>
              <a:buFont typeface="Montserrat Black"/>
              <a:buNone/>
              <a:defRPr>
                <a:latin typeface="Montserrat Black"/>
                <a:ea typeface="Montserrat Black"/>
                <a:cs typeface="Montserrat Black"/>
                <a:sym typeface="Montserrat Black"/>
              </a:defRPr>
            </a:lvl9pPr>
          </a:lstStyle>
          <a:p/>
        </p:txBody>
      </p:sp>
      <p:sp>
        <p:nvSpPr>
          <p:cNvPr id="81" name="Google Shape;81;p33"/>
          <p:cNvSpPr txBox="1"/>
          <p:nvPr>
            <p:ph idx="1" type="body"/>
          </p:nvPr>
        </p:nvSpPr>
        <p:spPr>
          <a:xfrm>
            <a:off x="311700" y="2750150"/>
            <a:ext cx="3466500" cy="1522500"/>
          </a:xfrm>
          <a:prstGeom prst="rect">
            <a:avLst/>
          </a:prstGeom>
          <a:noFill/>
          <a:ln>
            <a:noFill/>
          </a:ln>
        </p:spPr>
        <p:txBody>
          <a:bodyPr anchorCtr="0" anchor="b" bIns="91425" lIns="91425" spcFirstLastPara="1" rIns="91425" wrap="square" tIns="91425">
            <a:noAutofit/>
          </a:bodyPr>
          <a:lstStyle>
            <a:lvl1pPr indent="-298450" lvl="0" marL="457200" algn="l">
              <a:lnSpc>
                <a:spcPct val="125000"/>
              </a:lnSpc>
              <a:spcBef>
                <a:spcPts val="0"/>
              </a:spcBef>
              <a:spcAft>
                <a:spcPts val="0"/>
              </a:spcAft>
              <a:buSzPts val="1100"/>
              <a:buChar char="●"/>
              <a:defRPr sz="1100"/>
            </a:lvl1pPr>
            <a:lvl2pPr indent="-298450" lvl="1" marL="914400" algn="l">
              <a:lnSpc>
                <a:spcPct val="125000"/>
              </a:lnSpc>
              <a:spcBef>
                <a:spcPts val="0"/>
              </a:spcBef>
              <a:spcAft>
                <a:spcPts val="0"/>
              </a:spcAft>
              <a:buSzPts val="1100"/>
              <a:buChar char="○"/>
              <a:defRPr sz="1100"/>
            </a:lvl2pPr>
            <a:lvl3pPr indent="-298450" lvl="2" marL="1371600" algn="l">
              <a:lnSpc>
                <a:spcPct val="125000"/>
              </a:lnSpc>
              <a:spcBef>
                <a:spcPts val="0"/>
              </a:spcBef>
              <a:spcAft>
                <a:spcPts val="0"/>
              </a:spcAft>
              <a:buSzPts val="1100"/>
              <a:buChar char="■"/>
              <a:defRPr sz="1100"/>
            </a:lvl3pPr>
            <a:lvl4pPr indent="-298450" lvl="3" marL="1828800" algn="l">
              <a:lnSpc>
                <a:spcPct val="125000"/>
              </a:lnSpc>
              <a:spcBef>
                <a:spcPts val="0"/>
              </a:spcBef>
              <a:spcAft>
                <a:spcPts val="0"/>
              </a:spcAft>
              <a:buSzPts val="1100"/>
              <a:buChar char="●"/>
              <a:defRPr sz="1100"/>
            </a:lvl4pPr>
            <a:lvl5pPr indent="-298450" lvl="4" marL="2286000" algn="l">
              <a:lnSpc>
                <a:spcPct val="125000"/>
              </a:lnSpc>
              <a:spcBef>
                <a:spcPts val="0"/>
              </a:spcBef>
              <a:spcAft>
                <a:spcPts val="0"/>
              </a:spcAft>
              <a:buSzPts val="1100"/>
              <a:buChar char="○"/>
              <a:defRPr sz="1100"/>
            </a:lvl5pPr>
            <a:lvl6pPr indent="-298450" lvl="5" marL="2743200" algn="l">
              <a:lnSpc>
                <a:spcPct val="125000"/>
              </a:lnSpc>
              <a:spcBef>
                <a:spcPts val="0"/>
              </a:spcBef>
              <a:spcAft>
                <a:spcPts val="0"/>
              </a:spcAft>
              <a:buSzPts val="1100"/>
              <a:buChar char="■"/>
              <a:defRPr sz="1100"/>
            </a:lvl6pPr>
            <a:lvl7pPr indent="-298450" lvl="6" marL="3200400" algn="l">
              <a:lnSpc>
                <a:spcPct val="125000"/>
              </a:lnSpc>
              <a:spcBef>
                <a:spcPts val="0"/>
              </a:spcBef>
              <a:spcAft>
                <a:spcPts val="0"/>
              </a:spcAft>
              <a:buSzPts val="1100"/>
              <a:buChar char="●"/>
              <a:defRPr sz="1100"/>
            </a:lvl7pPr>
            <a:lvl8pPr indent="-298450" lvl="7" marL="3657600" algn="l">
              <a:lnSpc>
                <a:spcPct val="125000"/>
              </a:lnSpc>
              <a:spcBef>
                <a:spcPts val="0"/>
              </a:spcBef>
              <a:spcAft>
                <a:spcPts val="0"/>
              </a:spcAft>
              <a:buSzPts val="1100"/>
              <a:buChar char="○"/>
              <a:defRPr sz="1100"/>
            </a:lvl8pPr>
            <a:lvl9pPr indent="-298450" lvl="8" marL="4114800" algn="l">
              <a:lnSpc>
                <a:spcPct val="125000"/>
              </a:lnSpc>
              <a:spcBef>
                <a:spcPts val="0"/>
              </a:spcBef>
              <a:spcAft>
                <a:spcPts val="0"/>
              </a:spcAft>
              <a:buSzPts val="1100"/>
              <a:buChar char="■"/>
              <a:defRPr sz="1100"/>
            </a:lvl9pPr>
          </a:lstStyle>
          <a:p/>
        </p:txBody>
      </p:sp>
      <p:sp>
        <p:nvSpPr>
          <p:cNvPr id="82" name="Google Shape;82;p3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pic>
        <p:nvPicPr>
          <p:cNvPr id="83" name="Google Shape;83;p33"/>
          <p:cNvPicPr preferRelativeResize="0"/>
          <p:nvPr/>
        </p:nvPicPr>
        <p:blipFill rotWithShape="1">
          <a:blip r:embed="rId3">
            <a:alphaModFix/>
          </a:blip>
          <a:srcRect b="0" l="0" r="0" t="0"/>
          <a:stretch/>
        </p:blipFill>
        <p:spPr>
          <a:xfrm>
            <a:off x="0" y="0"/>
            <a:ext cx="9118029" cy="3072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84" name="Shape 84"/>
        <p:cNvGrpSpPr/>
        <p:nvPr/>
      </p:nvGrpSpPr>
      <p:grpSpPr>
        <a:xfrm>
          <a:off x="0" y="0"/>
          <a:ext cx="0" cy="0"/>
          <a:chOff x="0" y="0"/>
          <a:chExt cx="0" cy="0"/>
        </a:xfrm>
      </p:grpSpPr>
      <p:pic>
        <p:nvPicPr>
          <p:cNvPr id="85" name="Google Shape;85;p34"/>
          <p:cNvPicPr preferRelativeResize="0"/>
          <p:nvPr/>
        </p:nvPicPr>
        <p:blipFill rotWithShape="1">
          <a:blip r:embed="rId2">
            <a:alphaModFix/>
          </a:blip>
          <a:srcRect b="0" l="0" r="0" t="0"/>
          <a:stretch/>
        </p:blipFill>
        <p:spPr>
          <a:xfrm>
            <a:off x="1" y="0"/>
            <a:ext cx="9144000" cy="5143497"/>
          </a:xfrm>
          <a:prstGeom prst="rect">
            <a:avLst/>
          </a:prstGeom>
          <a:noFill/>
          <a:ln>
            <a:noFill/>
          </a:ln>
        </p:spPr>
      </p:pic>
      <p:pic>
        <p:nvPicPr>
          <p:cNvPr id="86" name="Google Shape;86;p34"/>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87" name="Google Shape;87;p34"/>
          <p:cNvSpPr txBox="1"/>
          <p:nvPr>
            <p:ph type="title"/>
          </p:nvPr>
        </p:nvSpPr>
        <p:spPr>
          <a:xfrm>
            <a:off x="1101125" y="936450"/>
            <a:ext cx="6947400" cy="300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200"/>
              <a:buNone/>
              <a:defRPr>
                <a:solidFill>
                  <a:srgbClr val="FFFFFF"/>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88" name="Google Shape;88;p34"/>
          <p:cNvSpPr txBox="1"/>
          <p:nvPr/>
        </p:nvSpPr>
        <p:spPr>
          <a:xfrm>
            <a:off x="4313700" y="391050"/>
            <a:ext cx="522300" cy="719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 sz="4200" u="none" cap="none" strike="noStrike">
                <a:solidFill>
                  <a:schemeClr val="accent3"/>
                </a:solidFill>
                <a:latin typeface="Montserrat Black"/>
                <a:ea typeface="Montserrat Black"/>
                <a:cs typeface="Montserrat Black"/>
                <a:sym typeface="Montserrat Black"/>
              </a:rPr>
              <a:t>“</a:t>
            </a:r>
            <a:endParaRPr b="0" i="0" sz="4200" u="none" cap="none" strike="noStrike">
              <a:solidFill>
                <a:schemeClr val="accent3"/>
              </a:solidFill>
              <a:latin typeface="Montserrat Black"/>
              <a:ea typeface="Montserrat Black"/>
              <a:cs typeface="Montserrat Black"/>
              <a:sym typeface="Montserrat Black"/>
            </a:endParaRPr>
          </a:p>
        </p:txBody>
      </p:sp>
      <p:cxnSp>
        <p:nvCxnSpPr>
          <p:cNvPr id="89" name="Google Shape;89;p34"/>
          <p:cNvCxnSpPr/>
          <p:nvPr/>
        </p:nvCxnSpPr>
        <p:spPr>
          <a:xfrm>
            <a:off x="4314143" y="4230331"/>
            <a:ext cx="521400" cy="0"/>
          </a:xfrm>
          <a:prstGeom prst="straightConnector1">
            <a:avLst/>
          </a:prstGeom>
          <a:noFill/>
          <a:ln cap="flat" cmpd="sng" w="76200">
            <a:solidFill>
              <a:srgbClr val="8900E1"/>
            </a:solidFill>
            <a:prstDash val="solid"/>
            <a:round/>
            <a:headEnd len="sm" w="sm" type="none"/>
            <a:tailEnd len="sm" w="sm" type="none"/>
          </a:ln>
        </p:spPr>
      </p:cxnSp>
      <p:sp>
        <p:nvSpPr>
          <p:cNvPr id="90" name="Google Shape;90;p3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_1">
    <p:bg>
      <p:bgPr>
        <a:solidFill>
          <a:schemeClr val="dk1"/>
        </a:solidFill>
      </p:bgPr>
    </p:bg>
    <p:spTree>
      <p:nvGrpSpPr>
        <p:cNvPr id="91" name="Shape 91"/>
        <p:cNvGrpSpPr/>
        <p:nvPr/>
      </p:nvGrpSpPr>
      <p:grpSpPr>
        <a:xfrm>
          <a:off x="0" y="0"/>
          <a:ext cx="0" cy="0"/>
          <a:chOff x="0" y="0"/>
          <a:chExt cx="0" cy="0"/>
        </a:xfrm>
      </p:grpSpPr>
      <p:pic>
        <p:nvPicPr>
          <p:cNvPr id="92" name="Google Shape;92;p35"/>
          <p:cNvPicPr preferRelativeResize="0"/>
          <p:nvPr/>
        </p:nvPicPr>
        <p:blipFill rotWithShape="1">
          <a:blip r:embed="rId2">
            <a:alphaModFix/>
          </a:blip>
          <a:srcRect b="0" l="0" r="0" t="0"/>
          <a:stretch/>
        </p:blipFill>
        <p:spPr>
          <a:xfrm>
            <a:off x="1" y="0"/>
            <a:ext cx="9144000" cy="5143497"/>
          </a:xfrm>
          <a:prstGeom prst="rect">
            <a:avLst/>
          </a:prstGeom>
          <a:noFill/>
          <a:ln>
            <a:noFill/>
          </a:ln>
        </p:spPr>
      </p:pic>
      <p:pic>
        <p:nvPicPr>
          <p:cNvPr id="93" name="Google Shape;93;p35"/>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94" name="Google Shape;94;p35"/>
          <p:cNvSpPr txBox="1"/>
          <p:nvPr>
            <p:ph type="title"/>
          </p:nvPr>
        </p:nvSpPr>
        <p:spPr>
          <a:xfrm>
            <a:off x="1101125" y="936450"/>
            <a:ext cx="6947400" cy="300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200"/>
              <a:buNone/>
              <a:defRPr>
                <a:solidFill>
                  <a:srgbClr val="FFFFFF"/>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95" name="Google Shape;95;p35"/>
          <p:cNvSpPr txBox="1"/>
          <p:nvPr/>
        </p:nvSpPr>
        <p:spPr>
          <a:xfrm>
            <a:off x="4313700" y="391050"/>
            <a:ext cx="522300" cy="719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 sz="4200" u="none" cap="none" strike="noStrike">
                <a:solidFill>
                  <a:schemeClr val="accent3"/>
                </a:solidFill>
                <a:latin typeface="Montserrat Black"/>
                <a:ea typeface="Montserrat Black"/>
                <a:cs typeface="Montserrat Black"/>
                <a:sym typeface="Montserrat Black"/>
              </a:rPr>
              <a:t>“</a:t>
            </a:r>
            <a:endParaRPr b="0" i="0" sz="4200" u="none" cap="none" strike="noStrike">
              <a:solidFill>
                <a:schemeClr val="accent3"/>
              </a:solidFill>
              <a:latin typeface="Montserrat Black"/>
              <a:ea typeface="Montserrat Black"/>
              <a:cs typeface="Montserrat Black"/>
              <a:sym typeface="Montserrat Black"/>
            </a:endParaRPr>
          </a:p>
        </p:txBody>
      </p:sp>
      <p:cxnSp>
        <p:nvCxnSpPr>
          <p:cNvPr id="96" name="Google Shape;96;p35"/>
          <p:cNvCxnSpPr/>
          <p:nvPr/>
        </p:nvCxnSpPr>
        <p:spPr>
          <a:xfrm>
            <a:off x="4314143" y="4230331"/>
            <a:ext cx="521400" cy="0"/>
          </a:xfrm>
          <a:prstGeom prst="straightConnector1">
            <a:avLst/>
          </a:prstGeom>
          <a:noFill/>
          <a:ln cap="flat" cmpd="sng" w="76200">
            <a:solidFill>
              <a:srgbClr val="8900E1"/>
            </a:solidFill>
            <a:prstDash val="solid"/>
            <a:round/>
            <a:headEnd len="sm" w="sm" type="none"/>
            <a:tailEnd len="sm" w="sm" type="none"/>
          </a:ln>
        </p:spPr>
      </p:cxnSp>
      <p:sp>
        <p:nvSpPr>
          <p:cNvPr id="97" name="Google Shape;97;p3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1">
  <p:cSld name="CUSTOM_1_1_1">
    <p:bg>
      <p:bgPr>
        <a:solidFill>
          <a:schemeClr val="dk1"/>
        </a:solidFill>
      </p:bgPr>
    </p:bg>
    <p:spTree>
      <p:nvGrpSpPr>
        <p:cNvPr id="98" name="Shape 98"/>
        <p:cNvGrpSpPr/>
        <p:nvPr/>
      </p:nvGrpSpPr>
      <p:grpSpPr>
        <a:xfrm>
          <a:off x="0" y="0"/>
          <a:ext cx="0" cy="0"/>
          <a:chOff x="0" y="0"/>
          <a:chExt cx="0" cy="0"/>
        </a:xfrm>
      </p:grpSpPr>
      <p:pic>
        <p:nvPicPr>
          <p:cNvPr id="99" name="Google Shape;99;p36"/>
          <p:cNvPicPr preferRelativeResize="0"/>
          <p:nvPr/>
        </p:nvPicPr>
        <p:blipFill rotWithShape="1">
          <a:blip r:embed="rId2">
            <a:alphaModFix/>
          </a:blip>
          <a:srcRect b="0" l="0" r="0" t="0"/>
          <a:stretch/>
        </p:blipFill>
        <p:spPr>
          <a:xfrm>
            <a:off x="1" y="0"/>
            <a:ext cx="9144000" cy="5143497"/>
          </a:xfrm>
          <a:prstGeom prst="rect">
            <a:avLst/>
          </a:prstGeom>
          <a:noFill/>
          <a:ln>
            <a:noFill/>
          </a:ln>
        </p:spPr>
      </p:pic>
      <p:pic>
        <p:nvPicPr>
          <p:cNvPr id="100" name="Google Shape;100;p36"/>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01" name="Google Shape;101;p36"/>
          <p:cNvSpPr txBox="1"/>
          <p:nvPr>
            <p:ph type="title"/>
          </p:nvPr>
        </p:nvSpPr>
        <p:spPr>
          <a:xfrm>
            <a:off x="1101125" y="936450"/>
            <a:ext cx="6947400" cy="300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200"/>
              <a:buNone/>
              <a:defRPr>
                <a:solidFill>
                  <a:srgbClr val="FFFFFF"/>
                </a:solidFill>
                <a:latin typeface="Montserrat Black"/>
                <a:ea typeface="Montserrat Black"/>
                <a:cs typeface="Montserrat Black"/>
                <a:sym typeface="Montserrat Black"/>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102" name="Google Shape;102;p36"/>
          <p:cNvSpPr txBox="1"/>
          <p:nvPr/>
        </p:nvSpPr>
        <p:spPr>
          <a:xfrm>
            <a:off x="4313700" y="391050"/>
            <a:ext cx="522300" cy="719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 sz="4200" u="none" cap="none" strike="noStrike">
                <a:solidFill>
                  <a:schemeClr val="accent3"/>
                </a:solidFill>
                <a:latin typeface="Montserrat Black"/>
                <a:ea typeface="Montserrat Black"/>
                <a:cs typeface="Montserrat Black"/>
                <a:sym typeface="Montserrat Black"/>
              </a:rPr>
              <a:t>“</a:t>
            </a:r>
            <a:endParaRPr b="0" i="0" sz="4200" u="none" cap="none" strike="noStrike">
              <a:solidFill>
                <a:schemeClr val="accent3"/>
              </a:solidFill>
              <a:latin typeface="Montserrat Black"/>
              <a:ea typeface="Montserrat Black"/>
              <a:cs typeface="Montserrat Black"/>
              <a:sym typeface="Montserrat Black"/>
            </a:endParaRPr>
          </a:p>
        </p:txBody>
      </p:sp>
      <p:cxnSp>
        <p:nvCxnSpPr>
          <p:cNvPr id="103" name="Google Shape;103;p36"/>
          <p:cNvCxnSpPr/>
          <p:nvPr/>
        </p:nvCxnSpPr>
        <p:spPr>
          <a:xfrm>
            <a:off x="4314143" y="4230331"/>
            <a:ext cx="521400" cy="0"/>
          </a:xfrm>
          <a:prstGeom prst="straightConnector1">
            <a:avLst/>
          </a:prstGeom>
          <a:noFill/>
          <a:ln cap="flat" cmpd="sng" w="76200">
            <a:solidFill>
              <a:srgbClr val="8900E1"/>
            </a:solidFill>
            <a:prstDash val="solid"/>
            <a:round/>
            <a:headEnd len="sm" w="sm" type="none"/>
            <a:tailEnd len="sm" w="sm" type="none"/>
          </a:ln>
        </p:spPr>
      </p:cxnSp>
      <p:sp>
        <p:nvSpPr>
          <p:cNvPr id="104" name="Google Shape;104;p3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37"/>
          <p:cNvSpPr txBox="1"/>
          <p:nvPr>
            <p:ph hasCustomPrompt="1" type="title"/>
          </p:nvPr>
        </p:nvSpPr>
        <p:spPr>
          <a:xfrm>
            <a:off x="311700" y="407700"/>
            <a:ext cx="8520600" cy="193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57068C"/>
              </a:buClr>
              <a:buSzPts val="15000"/>
              <a:buFont typeface="Montserrat Black"/>
              <a:buNone/>
              <a:defRPr sz="15000">
                <a:solidFill>
                  <a:srgbClr val="57068C"/>
                </a:solidFill>
                <a:latin typeface="Montserrat Black"/>
                <a:ea typeface="Montserrat Black"/>
                <a:cs typeface="Montserrat Black"/>
                <a:sym typeface="Montserrat Black"/>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7" name="Google Shape;107;p37"/>
          <p:cNvSpPr txBox="1"/>
          <p:nvPr>
            <p:ph idx="1" type="body"/>
          </p:nvPr>
        </p:nvSpPr>
        <p:spPr>
          <a:xfrm>
            <a:off x="2475675" y="3360362"/>
            <a:ext cx="4192800" cy="719400"/>
          </a:xfrm>
          <a:prstGeom prst="rect">
            <a:avLst/>
          </a:prstGeom>
          <a:noFill/>
          <a:ln>
            <a:noFill/>
          </a:ln>
        </p:spPr>
        <p:txBody>
          <a:bodyPr anchorCtr="0" anchor="t" bIns="91425" lIns="91425" spcFirstLastPara="1" rIns="91425" wrap="square" tIns="91425">
            <a:noAutofit/>
          </a:bodyPr>
          <a:lstStyle>
            <a:lvl1pPr indent="-304800" lvl="0" marL="457200" algn="ctr">
              <a:lnSpc>
                <a:spcPct val="125000"/>
              </a:lnSpc>
              <a:spcBef>
                <a:spcPts val="0"/>
              </a:spcBef>
              <a:spcAft>
                <a:spcPts val="0"/>
              </a:spcAft>
              <a:buSzPts val="1200"/>
              <a:buChar char="●"/>
              <a:defRPr sz="1200"/>
            </a:lvl1pPr>
            <a:lvl2pPr indent="-304800" lvl="1" marL="914400" algn="ctr">
              <a:lnSpc>
                <a:spcPct val="125000"/>
              </a:lnSpc>
              <a:spcBef>
                <a:spcPts val="0"/>
              </a:spcBef>
              <a:spcAft>
                <a:spcPts val="0"/>
              </a:spcAft>
              <a:buSzPts val="1200"/>
              <a:buChar char="○"/>
              <a:defRPr sz="1200"/>
            </a:lvl2pPr>
            <a:lvl3pPr indent="-304800" lvl="2" marL="1371600" algn="ctr">
              <a:lnSpc>
                <a:spcPct val="125000"/>
              </a:lnSpc>
              <a:spcBef>
                <a:spcPts val="0"/>
              </a:spcBef>
              <a:spcAft>
                <a:spcPts val="0"/>
              </a:spcAft>
              <a:buSzPts val="1200"/>
              <a:buChar char="■"/>
              <a:defRPr sz="1200"/>
            </a:lvl3pPr>
            <a:lvl4pPr indent="-304800" lvl="3" marL="1828800" algn="ctr">
              <a:lnSpc>
                <a:spcPct val="125000"/>
              </a:lnSpc>
              <a:spcBef>
                <a:spcPts val="0"/>
              </a:spcBef>
              <a:spcAft>
                <a:spcPts val="0"/>
              </a:spcAft>
              <a:buSzPts val="1200"/>
              <a:buChar char="●"/>
              <a:defRPr sz="1200"/>
            </a:lvl4pPr>
            <a:lvl5pPr indent="-304800" lvl="4" marL="2286000" algn="ctr">
              <a:lnSpc>
                <a:spcPct val="125000"/>
              </a:lnSpc>
              <a:spcBef>
                <a:spcPts val="0"/>
              </a:spcBef>
              <a:spcAft>
                <a:spcPts val="0"/>
              </a:spcAft>
              <a:buSzPts val="1200"/>
              <a:buChar char="○"/>
              <a:defRPr sz="1200"/>
            </a:lvl5pPr>
            <a:lvl6pPr indent="-304800" lvl="5" marL="2743200" algn="ctr">
              <a:lnSpc>
                <a:spcPct val="125000"/>
              </a:lnSpc>
              <a:spcBef>
                <a:spcPts val="0"/>
              </a:spcBef>
              <a:spcAft>
                <a:spcPts val="0"/>
              </a:spcAft>
              <a:buSzPts val="1200"/>
              <a:buChar char="■"/>
              <a:defRPr sz="1200"/>
            </a:lvl6pPr>
            <a:lvl7pPr indent="-304800" lvl="6" marL="3200400" algn="ctr">
              <a:lnSpc>
                <a:spcPct val="125000"/>
              </a:lnSpc>
              <a:spcBef>
                <a:spcPts val="0"/>
              </a:spcBef>
              <a:spcAft>
                <a:spcPts val="0"/>
              </a:spcAft>
              <a:buSzPts val="1200"/>
              <a:buChar char="●"/>
              <a:defRPr sz="1200"/>
            </a:lvl7pPr>
            <a:lvl8pPr indent="-304800" lvl="7" marL="3657600" algn="ctr">
              <a:lnSpc>
                <a:spcPct val="125000"/>
              </a:lnSpc>
              <a:spcBef>
                <a:spcPts val="0"/>
              </a:spcBef>
              <a:spcAft>
                <a:spcPts val="0"/>
              </a:spcAft>
              <a:buSzPts val="1200"/>
              <a:buChar char="○"/>
              <a:defRPr sz="1200"/>
            </a:lvl8pPr>
            <a:lvl9pPr indent="-304800" lvl="8" marL="4114800" algn="ctr">
              <a:lnSpc>
                <a:spcPct val="125000"/>
              </a:lnSpc>
              <a:spcBef>
                <a:spcPts val="0"/>
              </a:spcBef>
              <a:spcAft>
                <a:spcPts val="0"/>
              </a:spcAft>
              <a:buSzPts val="1200"/>
              <a:buChar char="■"/>
              <a:defRPr sz="1200"/>
            </a:lvl9pPr>
          </a:lstStyle>
          <a:p/>
        </p:txBody>
      </p:sp>
      <p:pic>
        <p:nvPicPr>
          <p:cNvPr descr=" " id="108" name="Google Shape;108;p37"/>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09" name="Google Shape;109;p3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sp>
        <p:nvSpPr>
          <p:cNvPr id="110" name="Google Shape;110;p37"/>
          <p:cNvSpPr txBox="1"/>
          <p:nvPr>
            <p:ph idx="2" type="subTitle"/>
          </p:nvPr>
        </p:nvSpPr>
        <p:spPr>
          <a:xfrm>
            <a:off x="407175" y="2537800"/>
            <a:ext cx="8329200" cy="71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2800">
                <a:solidFill>
                  <a:schemeClr val="accent3"/>
                </a:solidFill>
                <a:latin typeface="Montserrat Black"/>
                <a:ea typeface="Montserrat Black"/>
                <a:cs typeface="Montserrat Black"/>
                <a:sym typeface="Montserrat Black"/>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id="111" name="Google Shape;111;p37"/>
          <p:cNvPicPr preferRelativeResize="0"/>
          <p:nvPr/>
        </p:nvPicPr>
        <p:blipFill rotWithShape="1">
          <a:blip r:embed="rId3">
            <a:alphaModFix/>
          </a:blip>
          <a:srcRect b="0" l="0" r="0" t="0"/>
          <a:stretch/>
        </p:blipFill>
        <p:spPr>
          <a:xfrm>
            <a:off x="0" y="0"/>
            <a:ext cx="9118029" cy="3072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112" name="Shape 112"/>
        <p:cNvGrpSpPr/>
        <p:nvPr/>
      </p:nvGrpSpPr>
      <p:grpSpPr>
        <a:xfrm>
          <a:off x="0" y="0"/>
          <a:ext cx="0" cy="0"/>
          <a:chOff x="0" y="0"/>
          <a:chExt cx="0" cy="0"/>
        </a:xfrm>
      </p:grpSpPr>
      <p:pic>
        <p:nvPicPr>
          <p:cNvPr descr=" " id="113" name="Google Shape;113;p38"/>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14" name="Google Shape;114;p3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57068C"/>
                </a:solidFill>
                <a:latin typeface="Montserrat"/>
                <a:ea typeface="Montserrat"/>
                <a:cs typeface="Montserrat"/>
                <a:sym typeface="Montserrat"/>
              </a:rPr>
              <a:t>‹#›</a:t>
            </a:fld>
            <a:endParaRPr b="1" i="0" sz="700" u="none" cap="none" strike="noStrike">
              <a:solidFill>
                <a:srgbClr val="57068C"/>
              </a:solidFill>
              <a:latin typeface="Montserrat"/>
              <a:ea typeface="Montserrat"/>
              <a:cs typeface="Montserrat"/>
              <a:sym typeface="Montserra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15" name="Shape 115"/>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9" name="Shape 119"/>
        <p:cNvGrpSpPr/>
        <p:nvPr/>
      </p:nvGrpSpPr>
      <p:grpSpPr>
        <a:xfrm>
          <a:off x="0" y="0"/>
          <a:ext cx="0" cy="0"/>
          <a:chOff x="0" y="0"/>
          <a:chExt cx="0" cy="0"/>
        </a:xfrm>
      </p:grpSpPr>
      <p:sp>
        <p:nvSpPr>
          <p:cNvPr id="120" name="Google Shape;120;p2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descr=" " id="121" name="Google Shape;121;p25"/>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22" name="Google Shape;122;p25"/>
          <p:cNvSpPr txBox="1"/>
          <p:nvPr>
            <p:ph type="title"/>
          </p:nvPr>
        </p:nvSpPr>
        <p:spPr>
          <a:xfrm>
            <a:off x="311700" y="587975"/>
            <a:ext cx="6551100" cy="657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800"/>
              <a:buNone/>
              <a:defRPr sz="48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 name="Google Shape;123;p25"/>
          <p:cNvSpPr txBox="1"/>
          <p:nvPr>
            <p:ph idx="1" type="body"/>
          </p:nvPr>
        </p:nvSpPr>
        <p:spPr>
          <a:xfrm>
            <a:off x="311700" y="1448400"/>
            <a:ext cx="6551100" cy="2246700"/>
          </a:xfrm>
          <a:prstGeom prst="rect">
            <a:avLst/>
          </a:prstGeom>
          <a:noFill/>
          <a:ln>
            <a:noFill/>
          </a:ln>
        </p:spPr>
        <p:txBody>
          <a:bodyPr anchorCtr="0" anchor="t" bIns="91425" lIns="91425" spcFirstLastPara="1" rIns="91425" wrap="square" tIns="91425">
            <a:noAutofit/>
          </a:bodyPr>
          <a:lstStyle>
            <a:lvl1pPr indent="-342900" lvl="0" marL="457200" algn="l">
              <a:lnSpc>
                <a:spcPct val="125000"/>
              </a:lnSpc>
              <a:spcBef>
                <a:spcPts val="0"/>
              </a:spcBef>
              <a:spcAft>
                <a:spcPts val="0"/>
              </a:spcAft>
              <a:buSzPts val="1800"/>
              <a:buChar char="●"/>
              <a:defRPr/>
            </a:lvl1pPr>
            <a:lvl2pPr indent="-317500" lvl="1" marL="914400" algn="l">
              <a:lnSpc>
                <a:spcPct val="115000"/>
              </a:lnSpc>
              <a:spcBef>
                <a:spcPts val="1000"/>
              </a:spcBef>
              <a:spcAft>
                <a:spcPts val="0"/>
              </a:spcAft>
              <a:buSzPts val="14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Tree>
  </p:cSld>
  <p:clrMapOvr>
    <a:masterClrMapping/>
  </p:clrMapOvr>
  <p:extLst>
    <p:ext uri="{DCECCB84-F9BA-43D5-87BE-67443E8EF086}">
      <p15:sldGuideLst>
        <p15:guide id="1" orient="horz" pos="432">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20337"/>
        </a:solidFill>
      </p:bgPr>
    </p:bg>
    <p:spTree>
      <p:nvGrpSpPr>
        <p:cNvPr id="124" name="Shape 124"/>
        <p:cNvGrpSpPr/>
        <p:nvPr/>
      </p:nvGrpSpPr>
      <p:grpSpPr>
        <a:xfrm>
          <a:off x="0" y="0"/>
          <a:ext cx="0" cy="0"/>
          <a:chOff x="0" y="0"/>
          <a:chExt cx="0" cy="0"/>
        </a:xfrm>
      </p:grpSpPr>
      <p:pic>
        <p:nvPicPr>
          <p:cNvPr descr="Washington Square Arch in autumn." id="125" name="Google Shape;125;p40"/>
          <p:cNvPicPr preferRelativeResize="0"/>
          <p:nvPr/>
        </p:nvPicPr>
        <p:blipFill rotWithShape="1">
          <a:blip r:embed="rId2">
            <a:alphaModFix amt="22000"/>
          </a:blip>
          <a:srcRect b="0" l="0" r="0" t="15647"/>
          <a:stretch/>
        </p:blipFill>
        <p:spPr>
          <a:xfrm>
            <a:off x="0" y="0"/>
            <a:ext cx="9144000" cy="5143500"/>
          </a:xfrm>
          <a:prstGeom prst="rect">
            <a:avLst/>
          </a:prstGeom>
          <a:noFill/>
          <a:ln>
            <a:noFill/>
          </a:ln>
        </p:spPr>
      </p:pic>
      <p:pic>
        <p:nvPicPr>
          <p:cNvPr descr="New York University logo" id="126" name="Google Shape;126;p40"/>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27" name="Google Shape;127;p40"/>
          <p:cNvSpPr txBox="1"/>
          <p:nvPr>
            <p:ph type="title"/>
          </p:nvPr>
        </p:nvSpPr>
        <p:spPr>
          <a:xfrm>
            <a:off x="904850" y="1253682"/>
            <a:ext cx="7333800" cy="1595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sz="7200">
                <a:solidFill>
                  <a:srgbClr val="FFFFFF"/>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128" name="Google Shape;128;p40"/>
          <p:cNvSpPr txBox="1"/>
          <p:nvPr>
            <p:ph idx="1" type="subTitle"/>
          </p:nvPr>
        </p:nvSpPr>
        <p:spPr>
          <a:xfrm>
            <a:off x="2496200" y="3103614"/>
            <a:ext cx="4151400" cy="700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29" name="Google Shape;129;p40"/>
          <p:cNvSpPr txBox="1"/>
          <p:nvPr>
            <p:ph idx="2" type="body"/>
          </p:nvPr>
        </p:nvSpPr>
        <p:spPr>
          <a:xfrm>
            <a:off x="2496200" y="4155404"/>
            <a:ext cx="4151400" cy="3045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1pPr>
            <a:lvl2pPr indent="-292100" lvl="1" marL="9144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2pPr>
            <a:lvl3pPr indent="-292100" lvl="2" marL="13716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3pPr>
            <a:lvl4pPr indent="-292100" lvl="3" marL="18288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4pPr>
            <a:lvl5pPr indent="-292100" lvl="4" marL="22860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5pPr>
            <a:lvl6pPr indent="-292100" lvl="5" marL="27432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6pPr>
            <a:lvl7pPr indent="-292100" lvl="6" marL="32004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7pPr>
            <a:lvl8pPr indent="-292100" lvl="7" marL="36576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8pPr>
            <a:lvl9pPr indent="-292100" lvl="8" marL="41148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30" name="Shape 130"/>
        <p:cNvGrpSpPr/>
        <p:nvPr/>
      </p:nvGrpSpPr>
      <p:grpSpPr>
        <a:xfrm>
          <a:off x="0" y="0"/>
          <a:ext cx="0" cy="0"/>
          <a:chOff x="0" y="0"/>
          <a:chExt cx="0" cy="0"/>
        </a:xfrm>
      </p:grpSpPr>
      <p:sp>
        <p:nvSpPr>
          <p:cNvPr id="131" name="Google Shape;131;p41"/>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3600"/>
              <a:buNone/>
              <a:defRPr sz="6000"/>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132" name="Google Shape;132;p41"/>
          <p:cNvSpPr txBox="1"/>
          <p:nvPr>
            <p:ph idx="1" type="subTitle"/>
          </p:nvPr>
        </p:nvSpPr>
        <p:spPr>
          <a:xfrm>
            <a:off x="2462575" y="2959018"/>
            <a:ext cx="4218600" cy="734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3" name="Shape 133"/>
        <p:cNvGrpSpPr/>
        <p:nvPr/>
      </p:nvGrpSpPr>
      <p:grpSpPr>
        <a:xfrm>
          <a:off x="0" y="0"/>
          <a:ext cx="0" cy="0"/>
          <a:chOff x="0" y="0"/>
          <a:chExt cx="0" cy="0"/>
        </a:xfrm>
      </p:grpSpPr>
      <p:sp>
        <p:nvSpPr>
          <p:cNvPr id="134" name="Google Shape;134;p42"/>
          <p:cNvSpPr txBox="1"/>
          <p:nvPr>
            <p:ph type="title"/>
          </p:nvPr>
        </p:nvSpPr>
        <p:spPr>
          <a:xfrm>
            <a:off x="311700" y="587970"/>
            <a:ext cx="4945500" cy="11373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800"/>
              <a:buNone/>
              <a:defRPr sz="48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42"/>
          <p:cNvSpPr txBox="1"/>
          <p:nvPr>
            <p:ph idx="1" type="body"/>
          </p:nvPr>
        </p:nvSpPr>
        <p:spPr>
          <a:xfrm>
            <a:off x="311700"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sp>
        <p:nvSpPr>
          <p:cNvPr id="136" name="Google Shape;136;p42"/>
          <p:cNvSpPr txBox="1"/>
          <p:nvPr>
            <p:ph idx="2" type="body"/>
          </p:nvPr>
        </p:nvSpPr>
        <p:spPr>
          <a:xfrm>
            <a:off x="4619925"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pic>
        <p:nvPicPr>
          <p:cNvPr descr=" " id="137" name="Google Shape;137;p42"/>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38" name="Google Shape;138;p4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39" name="Google Shape;139;p42"/>
          <p:cNvSpPr txBox="1"/>
          <p:nvPr>
            <p:ph idx="3" type="subTitle"/>
          </p:nvPr>
        </p:nvSpPr>
        <p:spPr>
          <a:xfrm>
            <a:off x="311700"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40" name="Google Shape;140;p42"/>
          <p:cNvSpPr txBox="1"/>
          <p:nvPr>
            <p:ph idx="4" type="subTitle"/>
          </p:nvPr>
        </p:nvSpPr>
        <p:spPr>
          <a:xfrm>
            <a:off x="4619925"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1" name="Shape 141"/>
        <p:cNvGrpSpPr/>
        <p:nvPr/>
      </p:nvGrpSpPr>
      <p:grpSpPr>
        <a:xfrm>
          <a:off x="0" y="0"/>
          <a:ext cx="0" cy="0"/>
          <a:chOff x="0" y="0"/>
          <a:chExt cx="0" cy="0"/>
        </a:xfrm>
      </p:grpSpPr>
      <p:sp>
        <p:nvSpPr>
          <p:cNvPr id="142" name="Google Shape;142;p43"/>
          <p:cNvSpPr txBox="1"/>
          <p:nvPr>
            <p:ph type="title"/>
          </p:nvPr>
        </p:nvSpPr>
        <p:spPr>
          <a:xfrm>
            <a:off x="311700" y="530680"/>
            <a:ext cx="8424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descr=" " id="143" name="Google Shape;143;p4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44" name="Google Shape;144;p4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5" name="Shape 145"/>
        <p:cNvGrpSpPr/>
        <p:nvPr/>
      </p:nvGrpSpPr>
      <p:grpSpPr>
        <a:xfrm>
          <a:off x="0" y="0"/>
          <a:ext cx="0" cy="0"/>
          <a:chOff x="0" y="0"/>
          <a:chExt cx="0" cy="0"/>
        </a:xfrm>
      </p:grpSpPr>
      <p:sp>
        <p:nvSpPr>
          <p:cNvPr id="146" name="Google Shape;146;p44"/>
          <p:cNvSpPr txBox="1"/>
          <p:nvPr>
            <p:ph type="title"/>
          </p:nvPr>
        </p:nvSpPr>
        <p:spPr>
          <a:xfrm>
            <a:off x="311700" y="708000"/>
            <a:ext cx="31323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57068C"/>
              </a:buClr>
              <a:buSzPts val="2400"/>
              <a:buNone/>
              <a:defRPr sz="2400">
                <a:solidFill>
                  <a:srgbClr val="57068C"/>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7" name="Google Shape;147;p44"/>
          <p:cNvSpPr txBox="1"/>
          <p:nvPr>
            <p:ph idx="1" type="body"/>
          </p:nvPr>
        </p:nvSpPr>
        <p:spPr>
          <a:xfrm>
            <a:off x="311700" y="1542000"/>
            <a:ext cx="3054600" cy="2886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000"/>
              </a:spcBef>
              <a:spcAft>
                <a:spcPts val="0"/>
              </a:spcAft>
              <a:buSzPts val="1200"/>
              <a:buChar char="○"/>
              <a:defRPr sz="12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pic>
        <p:nvPicPr>
          <p:cNvPr descr=" " id="148" name="Google Shape;148;p44"/>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49" name="Google Shape;149;p4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extLst>
    <p:ext uri="{DCECCB84-F9BA-43D5-87BE-67443E8EF086}">
      <p15:sldGuideLst>
        <p15:guide id="1" orient="horz" pos="432">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0" name="Shape 150"/>
        <p:cNvGrpSpPr/>
        <p:nvPr/>
      </p:nvGrpSpPr>
      <p:grpSpPr>
        <a:xfrm>
          <a:off x="0" y="0"/>
          <a:ext cx="0" cy="0"/>
          <a:chOff x="0" y="0"/>
          <a:chExt cx="0" cy="0"/>
        </a:xfrm>
      </p:grpSpPr>
      <p:sp>
        <p:nvSpPr>
          <p:cNvPr id="151" name="Google Shape;151;p45"/>
          <p:cNvSpPr txBox="1"/>
          <p:nvPr>
            <p:ph type="title"/>
          </p:nvPr>
        </p:nvSpPr>
        <p:spPr>
          <a:xfrm>
            <a:off x="1772975" y="528144"/>
            <a:ext cx="5597700" cy="2475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pic>
        <p:nvPicPr>
          <p:cNvPr descr=" " id="152" name="Google Shape;152;p45"/>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53" name="Google Shape;153;p4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54" name="Google Shape;154;p45"/>
          <p:cNvSpPr txBox="1"/>
          <p:nvPr>
            <p:ph idx="1" type="body"/>
          </p:nvPr>
        </p:nvSpPr>
        <p:spPr>
          <a:xfrm>
            <a:off x="2120250" y="2660325"/>
            <a:ext cx="4903500" cy="1615500"/>
          </a:xfrm>
          <a:prstGeom prst="rect">
            <a:avLst/>
          </a:prstGeom>
          <a:noFill/>
          <a:ln>
            <a:noFill/>
          </a:ln>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5" name="Shape 155"/>
        <p:cNvGrpSpPr/>
        <p:nvPr/>
      </p:nvGrpSpPr>
      <p:grpSpPr>
        <a:xfrm>
          <a:off x="0" y="0"/>
          <a:ext cx="0" cy="0"/>
          <a:chOff x="0" y="0"/>
          <a:chExt cx="0" cy="0"/>
        </a:xfrm>
      </p:grpSpPr>
      <p:sp>
        <p:nvSpPr>
          <p:cNvPr descr=" " id="156" name="Google Shape;156;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6"/>
          <p:cNvSpPr txBox="1"/>
          <p:nvPr>
            <p:ph type="title"/>
          </p:nvPr>
        </p:nvSpPr>
        <p:spPr>
          <a:xfrm>
            <a:off x="294375" y="1233175"/>
            <a:ext cx="4079100" cy="14823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sz="3600">
                <a:solidFill>
                  <a:srgbClr val="57068C"/>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8" name="Google Shape;158;p46"/>
          <p:cNvSpPr txBox="1"/>
          <p:nvPr>
            <p:ph idx="1" type="subTitle"/>
          </p:nvPr>
        </p:nvSpPr>
        <p:spPr>
          <a:xfrm>
            <a:off x="294375" y="2803075"/>
            <a:ext cx="36168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9A6ABA"/>
              </a:buClr>
              <a:buSzPts val="1800"/>
              <a:buNone/>
              <a:defRPr>
                <a:solidFill>
                  <a:srgbClr val="9A6ABA"/>
                </a:solidFill>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59" name="Google Shape;159;p46"/>
          <p:cNvSpPr txBox="1"/>
          <p:nvPr>
            <p:ph idx="2" type="body"/>
          </p:nvPr>
        </p:nvSpPr>
        <p:spPr>
          <a:xfrm>
            <a:off x="4939500" y="724075"/>
            <a:ext cx="3837000" cy="3551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pic>
        <p:nvPicPr>
          <p:cNvPr descr=" " id="160" name="Google Shape;160;p46"/>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61" name="Google Shape;161;p4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2" name="Shape 162"/>
        <p:cNvGrpSpPr/>
        <p:nvPr/>
      </p:nvGrpSpPr>
      <p:grpSpPr>
        <a:xfrm>
          <a:off x="0" y="0"/>
          <a:ext cx="0" cy="0"/>
          <a:chOff x="0" y="0"/>
          <a:chExt cx="0" cy="0"/>
        </a:xfrm>
      </p:grpSpPr>
      <p:pic>
        <p:nvPicPr>
          <p:cNvPr descr=" " id="163" name="Google Shape;163;p47"/>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64" name="Google Shape;164;p4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65" name="Google Shape;165;p47"/>
          <p:cNvSpPr txBox="1"/>
          <p:nvPr>
            <p:ph type="title"/>
          </p:nvPr>
        </p:nvSpPr>
        <p:spPr>
          <a:xfrm>
            <a:off x="311700" y="3619355"/>
            <a:ext cx="4511700" cy="605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6" name="Shape 166"/>
        <p:cNvGrpSpPr/>
        <p:nvPr/>
      </p:nvGrpSpPr>
      <p:grpSpPr>
        <a:xfrm>
          <a:off x="0" y="0"/>
          <a:ext cx="0" cy="0"/>
          <a:chOff x="0" y="0"/>
          <a:chExt cx="0" cy="0"/>
        </a:xfrm>
      </p:grpSpPr>
      <p:sp>
        <p:nvSpPr>
          <p:cNvPr id="167" name="Google Shape;167;p48"/>
          <p:cNvSpPr txBox="1"/>
          <p:nvPr>
            <p:ph hasCustomPrompt="1" type="title"/>
          </p:nvPr>
        </p:nvSpPr>
        <p:spPr>
          <a:xfrm>
            <a:off x="311700" y="606575"/>
            <a:ext cx="8520600" cy="1671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57068C"/>
              </a:buClr>
              <a:buSzPts val="13000"/>
              <a:buNone/>
              <a:defRPr sz="13000">
                <a:solidFill>
                  <a:srgbClr val="57068C"/>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68" name="Google Shape;168;p48"/>
          <p:cNvSpPr txBox="1"/>
          <p:nvPr>
            <p:ph idx="1" type="body"/>
          </p:nvPr>
        </p:nvSpPr>
        <p:spPr>
          <a:xfrm>
            <a:off x="3007950" y="3094875"/>
            <a:ext cx="3128100" cy="1186800"/>
          </a:xfrm>
          <a:prstGeom prst="rect">
            <a:avLst/>
          </a:prstGeom>
          <a:noFill/>
          <a:ln>
            <a:noFill/>
          </a:ln>
        </p:spPr>
        <p:txBody>
          <a:bodyPr anchorCtr="0" anchor="t" bIns="91425" lIns="91425" spcFirstLastPara="1" rIns="91425" wrap="square" tIns="91425">
            <a:noAutofit/>
          </a:bodyPr>
          <a:lstStyle>
            <a:lvl1pPr indent="-298450" lvl="0" marL="457200" algn="ctr">
              <a:lnSpc>
                <a:spcPct val="115000"/>
              </a:lnSpc>
              <a:spcBef>
                <a:spcPts val="0"/>
              </a:spcBef>
              <a:spcAft>
                <a:spcPts val="0"/>
              </a:spcAft>
              <a:buSzPts val="1100"/>
              <a:buChar char="●"/>
              <a:defRPr sz="1100"/>
            </a:lvl1pPr>
            <a:lvl2pPr indent="-298450" lvl="1" marL="914400" algn="ctr">
              <a:lnSpc>
                <a:spcPct val="115000"/>
              </a:lnSpc>
              <a:spcBef>
                <a:spcPts val="0"/>
              </a:spcBef>
              <a:spcAft>
                <a:spcPts val="0"/>
              </a:spcAft>
              <a:buSzPts val="1100"/>
              <a:buChar char="○"/>
              <a:defRPr sz="1100"/>
            </a:lvl2pPr>
            <a:lvl3pPr indent="-298450" lvl="2" marL="1371600" algn="ctr">
              <a:lnSpc>
                <a:spcPct val="115000"/>
              </a:lnSpc>
              <a:spcBef>
                <a:spcPts val="0"/>
              </a:spcBef>
              <a:spcAft>
                <a:spcPts val="0"/>
              </a:spcAft>
              <a:buSzPts val="1100"/>
              <a:buChar char="■"/>
              <a:defRPr sz="1100"/>
            </a:lvl3pPr>
            <a:lvl4pPr indent="-298450" lvl="3" marL="1828800" algn="ctr">
              <a:lnSpc>
                <a:spcPct val="115000"/>
              </a:lnSpc>
              <a:spcBef>
                <a:spcPts val="0"/>
              </a:spcBef>
              <a:spcAft>
                <a:spcPts val="0"/>
              </a:spcAft>
              <a:buSzPts val="1100"/>
              <a:buChar char="●"/>
              <a:defRPr sz="1100"/>
            </a:lvl4pPr>
            <a:lvl5pPr indent="-298450" lvl="4" marL="2286000" algn="ctr">
              <a:lnSpc>
                <a:spcPct val="115000"/>
              </a:lnSpc>
              <a:spcBef>
                <a:spcPts val="0"/>
              </a:spcBef>
              <a:spcAft>
                <a:spcPts val="0"/>
              </a:spcAft>
              <a:buSzPts val="1100"/>
              <a:buChar char="○"/>
              <a:defRPr sz="1100"/>
            </a:lvl5pPr>
            <a:lvl6pPr indent="-298450" lvl="5" marL="2743200" algn="ctr">
              <a:lnSpc>
                <a:spcPct val="115000"/>
              </a:lnSpc>
              <a:spcBef>
                <a:spcPts val="0"/>
              </a:spcBef>
              <a:spcAft>
                <a:spcPts val="0"/>
              </a:spcAft>
              <a:buSzPts val="1100"/>
              <a:buChar char="■"/>
              <a:defRPr sz="1100"/>
            </a:lvl6pPr>
            <a:lvl7pPr indent="-298450" lvl="6" marL="3200400" algn="ctr">
              <a:lnSpc>
                <a:spcPct val="115000"/>
              </a:lnSpc>
              <a:spcBef>
                <a:spcPts val="0"/>
              </a:spcBef>
              <a:spcAft>
                <a:spcPts val="0"/>
              </a:spcAft>
              <a:buSzPts val="1100"/>
              <a:buChar char="●"/>
              <a:defRPr sz="1100"/>
            </a:lvl7pPr>
            <a:lvl8pPr indent="-298450" lvl="7" marL="3657600" algn="ctr">
              <a:lnSpc>
                <a:spcPct val="115000"/>
              </a:lnSpc>
              <a:spcBef>
                <a:spcPts val="0"/>
              </a:spcBef>
              <a:spcAft>
                <a:spcPts val="0"/>
              </a:spcAft>
              <a:buSzPts val="1100"/>
              <a:buChar char="○"/>
              <a:defRPr sz="1100"/>
            </a:lvl8pPr>
            <a:lvl9pPr indent="-298450" lvl="8" marL="4114800" algn="ctr">
              <a:lnSpc>
                <a:spcPct val="115000"/>
              </a:lnSpc>
              <a:spcBef>
                <a:spcPts val="0"/>
              </a:spcBef>
              <a:spcAft>
                <a:spcPts val="0"/>
              </a:spcAft>
              <a:buSzPts val="1100"/>
              <a:buChar char="■"/>
              <a:defRPr sz="1100"/>
            </a:lvl9pPr>
          </a:lstStyle>
          <a:p/>
        </p:txBody>
      </p:sp>
      <p:pic>
        <p:nvPicPr>
          <p:cNvPr descr=" " id="169" name="Google Shape;169;p48"/>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70" name="Google Shape;170;p4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71" name="Google Shape;171;p48"/>
          <p:cNvSpPr txBox="1"/>
          <p:nvPr>
            <p:ph idx="2" type="subTitle"/>
          </p:nvPr>
        </p:nvSpPr>
        <p:spPr>
          <a:xfrm>
            <a:off x="1429500" y="2353776"/>
            <a:ext cx="6285000" cy="463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accent1"/>
                </a:solidFill>
                <a:latin typeface="Frank Ruhl Libre"/>
                <a:ea typeface="Frank Ruhl Libre"/>
                <a:cs typeface="Frank Ruhl Libre"/>
                <a:sym typeface="Frank Ruhl Libr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172" name="Shape 172"/>
        <p:cNvGrpSpPr/>
        <p:nvPr/>
      </p:nvGrpSpPr>
      <p:grpSpPr>
        <a:xfrm>
          <a:off x="0" y="0"/>
          <a:ext cx="0" cy="0"/>
          <a:chOff x="0" y="0"/>
          <a:chExt cx="0" cy="0"/>
        </a:xfrm>
      </p:grpSpPr>
      <p:pic>
        <p:nvPicPr>
          <p:cNvPr descr=" " id="173" name="Google Shape;173;p49"/>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74" name="Google Shape;174;p4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75" name="Google Shape;175;p49"/>
          <p:cNvSpPr txBox="1"/>
          <p:nvPr>
            <p:ph type="title"/>
          </p:nvPr>
        </p:nvSpPr>
        <p:spPr>
          <a:xfrm>
            <a:off x="4969800" y="1412750"/>
            <a:ext cx="3766800" cy="13746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6" name="Google Shape;176;p49"/>
          <p:cNvSpPr txBox="1"/>
          <p:nvPr>
            <p:ph idx="1" type="body"/>
          </p:nvPr>
        </p:nvSpPr>
        <p:spPr>
          <a:xfrm>
            <a:off x="4969675" y="2901150"/>
            <a:ext cx="3766800" cy="1374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SzPts val="1100"/>
              <a:buChar char="●"/>
              <a:defRPr sz="1100"/>
            </a:lvl1pPr>
            <a:lvl2pPr indent="-298450" lvl="1" marL="914400" algn="l">
              <a:lnSpc>
                <a:spcPct val="125000"/>
              </a:lnSpc>
              <a:spcBef>
                <a:spcPts val="800"/>
              </a:spcBef>
              <a:spcAft>
                <a:spcPts val="0"/>
              </a:spcAft>
              <a:buSzPts val="1100"/>
              <a:buChar char="○"/>
              <a:defRPr sz="1100"/>
            </a:lvl2pPr>
            <a:lvl3pPr indent="-298450" lvl="2" marL="1371600" algn="l">
              <a:lnSpc>
                <a:spcPct val="125000"/>
              </a:lnSpc>
              <a:spcBef>
                <a:spcPts val="800"/>
              </a:spcBef>
              <a:spcAft>
                <a:spcPts val="0"/>
              </a:spcAft>
              <a:buSzPts val="1100"/>
              <a:buChar char="■"/>
              <a:defRPr sz="1100"/>
            </a:lvl3pPr>
            <a:lvl4pPr indent="-298450" lvl="3" marL="1828800" algn="l">
              <a:lnSpc>
                <a:spcPct val="125000"/>
              </a:lnSpc>
              <a:spcBef>
                <a:spcPts val="800"/>
              </a:spcBef>
              <a:spcAft>
                <a:spcPts val="0"/>
              </a:spcAft>
              <a:buSzPts val="1100"/>
              <a:buChar char="●"/>
              <a:defRPr sz="1100"/>
            </a:lvl4pPr>
            <a:lvl5pPr indent="-298450" lvl="4" marL="2286000" algn="l">
              <a:lnSpc>
                <a:spcPct val="125000"/>
              </a:lnSpc>
              <a:spcBef>
                <a:spcPts val="800"/>
              </a:spcBef>
              <a:spcAft>
                <a:spcPts val="0"/>
              </a:spcAft>
              <a:buSzPts val="1100"/>
              <a:buChar char="○"/>
              <a:defRPr sz="1100"/>
            </a:lvl5pPr>
            <a:lvl6pPr indent="-298450" lvl="5" marL="2743200" algn="l">
              <a:lnSpc>
                <a:spcPct val="125000"/>
              </a:lnSpc>
              <a:spcBef>
                <a:spcPts val="800"/>
              </a:spcBef>
              <a:spcAft>
                <a:spcPts val="0"/>
              </a:spcAft>
              <a:buSzPts val="1100"/>
              <a:buChar char="■"/>
              <a:defRPr sz="1100"/>
            </a:lvl6pPr>
            <a:lvl7pPr indent="-298450" lvl="6" marL="3200400" algn="l">
              <a:lnSpc>
                <a:spcPct val="125000"/>
              </a:lnSpc>
              <a:spcBef>
                <a:spcPts val="800"/>
              </a:spcBef>
              <a:spcAft>
                <a:spcPts val="0"/>
              </a:spcAft>
              <a:buSzPts val="1100"/>
              <a:buChar char="●"/>
              <a:defRPr sz="1100"/>
            </a:lvl7pPr>
            <a:lvl8pPr indent="-298450" lvl="7" marL="3657600" algn="l">
              <a:lnSpc>
                <a:spcPct val="125000"/>
              </a:lnSpc>
              <a:spcBef>
                <a:spcPts val="800"/>
              </a:spcBef>
              <a:spcAft>
                <a:spcPts val="0"/>
              </a:spcAft>
              <a:buSzPts val="1100"/>
              <a:buChar char="○"/>
              <a:defRPr sz="1100"/>
            </a:lvl8pPr>
            <a:lvl9pPr indent="-298450" lvl="8" marL="4114800" algn="l">
              <a:lnSpc>
                <a:spcPct val="125000"/>
              </a:lnSpc>
              <a:spcBef>
                <a:spcPts val="800"/>
              </a:spcBef>
              <a:spcAft>
                <a:spcPts val="800"/>
              </a:spcAft>
              <a:buSzPts val="1100"/>
              <a:buChar char="■"/>
              <a:defRPr sz="11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177" name="Shape 177"/>
        <p:cNvGrpSpPr/>
        <p:nvPr/>
      </p:nvGrpSpPr>
      <p:grpSpPr>
        <a:xfrm>
          <a:off x="0" y="0"/>
          <a:ext cx="0" cy="0"/>
          <a:chOff x="0" y="0"/>
          <a:chExt cx="0" cy="0"/>
        </a:xfrm>
      </p:grpSpPr>
      <p:pic>
        <p:nvPicPr>
          <p:cNvPr descr=" " id="178" name="Google Shape;178;p50"/>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79" name="Google Shape;179;p5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80" name="Google Shape;180;p50"/>
          <p:cNvSpPr txBox="1"/>
          <p:nvPr>
            <p:ph type="title"/>
          </p:nvPr>
        </p:nvSpPr>
        <p:spPr>
          <a:xfrm>
            <a:off x="311700" y="587975"/>
            <a:ext cx="3610800" cy="891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000"/>
              <a:buNone/>
              <a:defRPr sz="40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1" name="Google Shape;181;p50"/>
          <p:cNvSpPr txBox="1"/>
          <p:nvPr>
            <p:ph idx="1" type="body"/>
          </p:nvPr>
        </p:nvSpPr>
        <p:spPr>
          <a:xfrm>
            <a:off x="311700" y="1836175"/>
            <a:ext cx="3610800" cy="2439600"/>
          </a:xfrm>
          <a:prstGeom prst="rect">
            <a:avLst/>
          </a:prstGeom>
          <a:noFill/>
          <a:ln>
            <a:noFill/>
          </a:ln>
        </p:spPr>
        <p:txBody>
          <a:bodyPr anchorCtr="0" anchor="t" bIns="91425" lIns="91425" spcFirstLastPara="1" rIns="91425" wrap="square" tIns="91425">
            <a:noAutofit/>
          </a:bodyPr>
          <a:lstStyle>
            <a:lvl1pPr indent="-317500" lvl="0" marL="457200" algn="l">
              <a:lnSpc>
                <a:spcPct val="125000"/>
              </a:lnSpc>
              <a:spcBef>
                <a:spcPts val="0"/>
              </a:spcBef>
              <a:spcAft>
                <a:spcPts val="0"/>
              </a:spcAft>
              <a:buSzPts val="1400"/>
              <a:buChar char="●"/>
              <a:defRPr sz="1400"/>
            </a:lvl1pPr>
            <a:lvl2pPr indent="-317500" lvl="1" marL="914400" algn="l">
              <a:lnSpc>
                <a:spcPct val="125000"/>
              </a:lnSpc>
              <a:spcBef>
                <a:spcPts val="800"/>
              </a:spcBef>
              <a:spcAft>
                <a:spcPts val="0"/>
              </a:spcAft>
              <a:buSzPts val="1400"/>
              <a:buChar char="○"/>
              <a:defRPr/>
            </a:lvl2pPr>
            <a:lvl3pPr indent="-317500" lvl="2" marL="1371600" algn="l">
              <a:lnSpc>
                <a:spcPct val="125000"/>
              </a:lnSpc>
              <a:spcBef>
                <a:spcPts val="800"/>
              </a:spcBef>
              <a:spcAft>
                <a:spcPts val="0"/>
              </a:spcAft>
              <a:buSzPts val="1400"/>
              <a:buChar char="■"/>
              <a:defRPr/>
            </a:lvl3pPr>
            <a:lvl4pPr indent="-317500" lvl="3" marL="1828800" algn="l">
              <a:lnSpc>
                <a:spcPct val="125000"/>
              </a:lnSpc>
              <a:spcBef>
                <a:spcPts val="800"/>
              </a:spcBef>
              <a:spcAft>
                <a:spcPts val="0"/>
              </a:spcAft>
              <a:buSzPts val="1400"/>
              <a:buChar char="●"/>
              <a:defRPr/>
            </a:lvl4pPr>
            <a:lvl5pPr indent="-317500" lvl="4" marL="2286000" algn="l">
              <a:lnSpc>
                <a:spcPct val="125000"/>
              </a:lnSpc>
              <a:spcBef>
                <a:spcPts val="800"/>
              </a:spcBef>
              <a:spcAft>
                <a:spcPts val="0"/>
              </a:spcAft>
              <a:buSzPts val="1400"/>
              <a:buChar char="○"/>
              <a:defRPr/>
            </a:lvl5pPr>
            <a:lvl6pPr indent="-317500" lvl="5" marL="2743200" algn="l">
              <a:lnSpc>
                <a:spcPct val="125000"/>
              </a:lnSpc>
              <a:spcBef>
                <a:spcPts val="800"/>
              </a:spcBef>
              <a:spcAft>
                <a:spcPts val="0"/>
              </a:spcAft>
              <a:buSzPts val="1400"/>
              <a:buChar char="■"/>
              <a:defRPr/>
            </a:lvl6pPr>
            <a:lvl7pPr indent="-317500" lvl="6" marL="3200400" algn="l">
              <a:lnSpc>
                <a:spcPct val="125000"/>
              </a:lnSpc>
              <a:spcBef>
                <a:spcPts val="800"/>
              </a:spcBef>
              <a:spcAft>
                <a:spcPts val="0"/>
              </a:spcAft>
              <a:buSzPts val="1400"/>
              <a:buChar char="●"/>
              <a:defRPr/>
            </a:lvl7pPr>
            <a:lvl8pPr indent="-317500" lvl="7" marL="3657600" algn="l">
              <a:lnSpc>
                <a:spcPct val="125000"/>
              </a:lnSpc>
              <a:spcBef>
                <a:spcPts val="800"/>
              </a:spcBef>
              <a:spcAft>
                <a:spcPts val="0"/>
              </a:spcAft>
              <a:buSzPts val="1400"/>
              <a:buChar char="○"/>
              <a:defRPr/>
            </a:lvl8pPr>
            <a:lvl9pPr indent="-317500" lvl="8" marL="4114800" algn="l">
              <a:lnSpc>
                <a:spcPct val="125000"/>
              </a:lnSpc>
              <a:spcBef>
                <a:spcPts val="800"/>
              </a:spcBef>
              <a:spcAft>
                <a:spcPts val="800"/>
              </a:spcAft>
              <a:buSzPts val="1400"/>
              <a:buChar char="■"/>
              <a:defRPr/>
            </a:lvl9pPr>
          </a:lstStyle>
          <a:p/>
        </p:txBody>
      </p:sp>
      <p:sp>
        <p:nvSpPr>
          <p:cNvPr id="182" name="Google Shape;182;p50"/>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183" name="Google Shape;183;p50"/>
          <p:cNvSpPr txBox="1"/>
          <p:nvPr>
            <p:ph idx="2" type="body"/>
          </p:nvPr>
        </p:nvSpPr>
        <p:spPr>
          <a:xfrm>
            <a:off x="5824575" y="68305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184" name="Google Shape;184;p50"/>
          <p:cNvSpPr txBox="1"/>
          <p:nvPr>
            <p:ph idx="3" type="body"/>
          </p:nvPr>
        </p:nvSpPr>
        <p:spPr>
          <a:xfrm>
            <a:off x="5824575" y="1931875"/>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185" name="Google Shape;185;p50"/>
          <p:cNvSpPr txBox="1"/>
          <p:nvPr>
            <p:ph idx="4" type="body"/>
          </p:nvPr>
        </p:nvSpPr>
        <p:spPr>
          <a:xfrm>
            <a:off x="5824575" y="318070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186" name="Shape 186"/>
        <p:cNvGrpSpPr/>
        <p:nvPr/>
      </p:nvGrpSpPr>
      <p:grpSpPr>
        <a:xfrm>
          <a:off x="0" y="0"/>
          <a:ext cx="0" cy="0"/>
          <a:chOff x="0" y="0"/>
          <a:chExt cx="0" cy="0"/>
        </a:xfrm>
      </p:grpSpPr>
      <p:pic>
        <p:nvPicPr>
          <p:cNvPr descr=" " id="187" name="Google Shape;187;p51"/>
          <p:cNvPicPr preferRelativeResize="0"/>
          <p:nvPr/>
        </p:nvPicPr>
        <p:blipFill rotWithShape="1">
          <a:blip r:embed="rId2">
            <a:alphaModFix amt="22000"/>
          </a:blip>
          <a:srcRect b="0" l="0" r="0" t="15647"/>
          <a:stretch/>
        </p:blipFill>
        <p:spPr>
          <a:xfrm>
            <a:off x="0" y="0"/>
            <a:ext cx="9144000" cy="5143500"/>
          </a:xfrm>
          <a:prstGeom prst="rect">
            <a:avLst/>
          </a:prstGeom>
          <a:noFill/>
          <a:ln>
            <a:noFill/>
          </a:ln>
        </p:spPr>
      </p:pic>
      <p:pic>
        <p:nvPicPr>
          <p:cNvPr descr=" " id="188" name="Google Shape;188;p51"/>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89" name="Google Shape;189;p5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
        <p:nvSpPr>
          <p:cNvPr id="190" name="Google Shape;190;p51"/>
          <p:cNvSpPr txBox="1"/>
          <p:nvPr>
            <p:ph type="title"/>
          </p:nvPr>
        </p:nvSpPr>
        <p:spPr>
          <a:xfrm>
            <a:off x="904850" y="1264532"/>
            <a:ext cx="6710700" cy="15951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rgbClr val="FFFFFF"/>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191" name="Google Shape;191;p51"/>
          <p:cNvSpPr txBox="1"/>
          <p:nvPr>
            <p:ph idx="1" type="subTitle"/>
          </p:nvPr>
        </p:nvSpPr>
        <p:spPr>
          <a:xfrm>
            <a:off x="974919" y="3029082"/>
            <a:ext cx="3715200" cy="500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descr="&quot;" id="192" name="Google Shape;192;p51"/>
          <p:cNvPicPr preferRelativeResize="0"/>
          <p:nvPr/>
        </p:nvPicPr>
        <p:blipFill rotWithShape="1">
          <a:blip r:embed="rId4">
            <a:alphaModFix amt="30000"/>
          </a:blip>
          <a:srcRect b="0" l="0" r="0" t="0"/>
          <a:stretch/>
        </p:blipFill>
        <p:spPr>
          <a:xfrm>
            <a:off x="364347" y="371225"/>
            <a:ext cx="1546225" cy="11702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193" name="Shape 193"/>
        <p:cNvGrpSpPr/>
        <p:nvPr/>
      </p:nvGrpSpPr>
      <p:grpSpPr>
        <a:xfrm>
          <a:off x="0" y="0"/>
          <a:ext cx="0" cy="0"/>
          <a:chOff x="0" y="0"/>
          <a:chExt cx="0" cy="0"/>
        </a:xfrm>
      </p:grpSpPr>
      <p:sp>
        <p:nvSpPr>
          <p:cNvPr descr=" " id="194" name="Google Shape;194;p52"/>
          <p:cNvSpPr/>
          <p:nvPr/>
        </p:nvSpPr>
        <p:spPr>
          <a:xfrm>
            <a:off x="166025" y="147625"/>
            <a:ext cx="8830200" cy="4872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95" name="Google Shape;195;p52"/>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96" name="Google Shape;196;p5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97" name="Google Shape;197;p52"/>
          <p:cNvSpPr txBox="1"/>
          <p:nvPr>
            <p:ph type="title"/>
          </p:nvPr>
        </p:nvSpPr>
        <p:spPr>
          <a:xfrm>
            <a:off x="592275" y="522825"/>
            <a:ext cx="8144400" cy="37530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chemeClr val="dk1"/>
                </a:solidFill>
              </a:defRPr>
            </a:lvl2pPr>
            <a:lvl3pPr lvl="2" algn="l">
              <a:lnSpc>
                <a:spcPct val="100000"/>
              </a:lnSpc>
              <a:spcBef>
                <a:spcPts val="0"/>
              </a:spcBef>
              <a:spcAft>
                <a:spcPts val="0"/>
              </a:spcAft>
              <a:buSzPts val="2800"/>
              <a:buNone/>
              <a:defRPr>
                <a:solidFill>
                  <a:schemeClr val="dk1"/>
                </a:solidFill>
              </a:defRPr>
            </a:lvl3pPr>
            <a:lvl4pPr lvl="3" algn="l">
              <a:lnSpc>
                <a:spcPct val="100000"/>
              </a:lnSpc>
              <a:spcBef>
                <a:spcPts val="0"/>
              </a:spcBef>
              <a:spcAft>
                <a:spcPts val="0"/>
              </a:spcAft>
              <a:buSzPts val="2800"/>
              <a:buNone/>
              <a:defRPr>
                <a:solidFill>
                  <a:schemeClr val="dk1"/>
                </a:solidFill>
              </a:defRPr>
            </a:lvl4pPr>
            <a:lvl5pPr lvl="4" algn="l">
              <a:lnSpc>
                <a:spcPct val="100000"/>
              </a:lnSpc>
              <a:spcBef>
                <a:spcPts val="0"/>
              </a:spcBef>
              <a:spcAft>
                <a:spcPts val="0"/>
              </a:spcAft>
              <a:buSzPts val="2800"/>
              <a:buNone/>
              <a:defRPr>
                <a:solidFill>
                  <a:schemeClr val="dk1"/>
                </a:solidFill>
              </a:defRPr>
            </a:lvl5pPr>
            <a:lvl6pPr lvl="5" algn="l">
              <a:lnSpc>
                <a:spcPct val="100000"/>
              </a:lnSpc>
              <a:spcBef>
                <a:spcPts val="0"/>
              </a:spcBef>
              <a:spcAft>
                <a:spcPts val="0"/>
              </a:spcAft>
              <a:buSzPts val="2800"/>
              <a:buNone/>
              <a:defRPr>
                <a:solidFill>
                  <a:schemeClr val="dk1"/>
                </a:solidFill>
              </a:defRPr>
            </a:lvl6pPr>
            <a:lvl7pPr lvl="6" algn="l">
              <a:lnSpc>
                <a:spcPct val="100000"/>
              </a:lnSpc>
              <a:spcBef>
                <a:spcPts val="0"/>
              </a:spcBef>
              <a:spcAft>
                <a:spcPts val="0"/>
              </a:spcAft>
              <a:buSzPts val="2800"/>
              <a:buNone/>
              <a:defRPr>
                <a:solidFill>
                  <a:schemeClr val="dk1"/>
                </a:solidFill>
              </a:defRPr>
            </a:lvl7pPr>
            <a:lvl8pPr lvl="7" algn="l">
              <a:lnSpc>
                <a:spcPct val="100000"/>
              </a:lnSpc>
              <a:spcBef>
                <a:spcPts val="0"/>
              </a:spcBef>
              <a:spcAft>
                <a:spcPts val="0"/>
              </a:spcAft>
              <a:buSzPts val="2800"/>
              <a:buNone/>
              <a:defRPr>
                <a:solidFill>
                  <a:schemeClr val="dk1"/>
                </a:solidFill>
              </a:defRPr>
            </a:lvl8pPr>
            <a:lvl9pPr lvl="8" algn="l">
              <a:lnSpc>
                <a:spcPct val="100000"/>
              </a:lnSpc>
              <a:spcBef>
                <a:spcPts val="0"/>
              </a:spcBef>
              <a:spcAft>
                <a:spcPts val="0"/>
              </a:spcAft>
              <a:buSzPts val="2800"/>
              <a:buNone/>
              <a:defRPr>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198" name="Shape 198"/>
        <p:cNvGrpSpPr/>
        <p:nvPr/>
      </p:nvGrpSpPr>
      <p:grpSpPr>
        <a:xfrm>
          <a:off x="0" y="0"/>
          <a:ext cx="0" cy="0"/>
          <a:chOff x="0" y="0"/>
          <a:chExt cx="0" cy="0"/>
        </a:xfrm>
      </p:grpSpPr>
      <p:pic>
        <p:nvPicPr>
          <p:cNvPr descr=" " id="199" name="Google Shape;199;p5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200" name="Google Shape;200;p5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201" name="Shape 2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7" Type="http://schemas.openxmlformats.org/officeDocument/2006/relationships/theme" Target="../theme/theme2.xml"/><Relationship Id="rId16" Type="http://schemas.openxmlformats.org/officeDocument/2006/relationships/slideLayout" Target="../slideLayouts/slideLayout35.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57068C"/>
              </a:buClr>
              <a:buSzPts val="4200"/>
              <a:buFont typeface="Montserrat ExtraBold"/>
              <a:buNone/>
              <a:defRPr b="0" i="0" sz="4200" u="none" cap="none" strike="noStrike">
                <a:solidFill>
                  <a:srgbClr val="57068C"/>
                </a:solidFill>
                <a:latin typeface="Montserrat ExtraBold"/>
                <a:ea typeface="Montserrat ExtraBold"/>
                <a:cs typeface="Montserrat ExtraBold"/>
                <a:sym typeface="Montserrat ExtraBold"/>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57068C"/>
              </a:buClr>
              <a:buSzPts val="1800"/>
              <a:buFont typeface="Montserrat"/>
              <a:buChar char="●"/>
              <a:defRPr b="0" i="0" sz="1800" u="none" cap="none" strike="noStrike">
                <a:solidFill>
                  <a:srgbClr val="333333"/>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6" name="Shape 116"/>
        <p:cNvGrpSpPr/>
        <p:nvPr/>
      </p:nvGrpSpPr>
      <p:grpSpPr>
        <a:xfrm>
          <a:off x="0" y="0"/>
          <a:ext cx="0" cy="0"/>
          <a:chOff x="0" y="0"/>
          <a:chExt cx="0" cy="0"/>
        </a:xfrm>
      </p:grpSpPr>
      <p:sp>
        <p:nvSpPr>
          <p:cNvPr id="117" name="Google Shape;117;p24"/>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57068C"/>
              </a:buClr>
              <a:buSzPts val="3600"/>
              <a:buFont typeface="Frank Ruhl Libre"/>
              <a:buNone/>
              <a:defRPr b="1" i="0" sz="3600" u="none" cap="none" strike="noStrike">
                <a:solidFill>
                  <a:srgbClr val="57068C"/>
                </a:solidFill>
                <a:latin typeface="Frank Ruhl Libre"/>
                <a:ea typeface="Frank Ruhl Libre"/>
                <a:cs typeface="Frank Ruhl Libre"/>
                <a:sym typeface="Frank Ruhl Libre"/>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8" name="Google Shape;118;p24"/>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57068C"/>
              </a:buClr>
              <a:buSzPts val="1800"/>
              <a:buFont typeface="Montserrat"/>
              <a:buChar char="●"/>
              <a:defRPr b="0" i="0" sz="1800" u="none" cap="none" strike="noStrike">
                <a:solidFill>
                  <a:srgbClr val="333333"/>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www.nyu.edu/employees/resources-and-services/media-and-communications/nyu-brand-guidelines/creating-messaging-and-visual-assets/templates.html" TargetMode="External"/><Relationship Id="rId4" Type="http://schemas.openxmlformats.org/officeDocument/2006/relationships/hyperlink" Target="https://drive.google.com/drive/folders/1fqEj3C01dO5TuHCjKlPpOaJd_SK9G-6j?usp=sharing" TargetMode="External"/><Relationship Id="rId5" Type="http://schemas.openxmlformats.org/officeDocument/2006/relationships/hyperlink" Target="https://gsuite.google.com/marketplace/app/grackle_slides/27376407688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
          <p:cNvSpPr txBox="1"/>
          <p:nvPr>
            <p:ph type="title"/>
          </p:nvPr>
        </p:nvSpPr>
        <p:spPr>
          <a:xfrm>
            <a:off x="316949" y="1243943"/>
            <a:ext cx="8265600" cy="19098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4200"/>
              <a:buNone/>
            </a:pPr>
            <a:r>
              <a:rPr lang="en"/>
              <a:t>Fine-Tune Llama</a:t>
            </a:r>
            <a:endParaRPr/>
          </a:p>
        </p:txBody>
      </p:sp>
      <p:sp>
        <p:nvSpPr>
          <p:cNvPr id="207" name="Google Shape;207;p1"/>
          <p:cNvSpPr txBox="1"/>
          <p:nvPr>
            <p:ph idx="1" type="subTitle"/>
          </p:nvPr>
        </p:nvSpPr>
        <p:spPr>
          <a:xfrm>
            <a:off x="307600" y="3119750"/>
            <a:ext cx="4761000" cy="7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sp>
        <p:nvSpPr>
          <p:cNvPr id="208" name="Google Shape;208;p1"/>
          <p:cNvSpPr txBox="1"/>
          <p:nvPr>
            <p:ph idx="2" type="body"/>
          </p:nvPr>
        </p:nvSpPr>
        <p:spPr>
          <a:xfrm>
            <a:off x="307600" y="4145050"/>
            <a:ext cx="2436000" cy="6576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SzPts val="11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
          <p:cNvSpPr txBox="1"/>
          <p:nvPr>
            <p:ph type="title"/>
          </p:nvPr>
        </p:nvSpPr>
        <p:spPr>
          <a:xfrm>
            <a:off x="359550" y="279925"/>
            <a:ext cx="8424900" cy="11424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SzPts val="4200"/>
              <a:buNone/>
            </a:pPr>
            <a:r>
              <a:rPr lang="en" sz="3400"/>
              <a:t>Check if you have Llama access on GCP </a:t>
            </a:r>
            <a:endParaRPr sz="3400"/>
          </a:p>
        </p:txBody>
      </p:sp>
      <p:sp>
        <p:nvSpPr>
          <p:cNvPr id="214" name="Google Shape;214;p2"/>
          <p:cNvSpPr txBox="1"/>
          <p:nvPr>
            <p:ph idx="1" type="body"/>
          </p:nvPr>
        </p:nvSpPr>
        <p:spPr>
          <a:xfrm>
            <a:off x="1376250" y="1233900"/>
            <a:ext cx="3330300" cy="244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t/>
            </a:r>
            <a:endParaRPr sz="1300">
              <a:solidFill>
                <a:srgbClr val="000000"/>
              </a:solidFill>
              <a:latin typeface="Arial"/>
              <a:ea typeface="Arial"/>
              <a:cs typeface="Arial"/>
              <a:sym typeface="Arial"/>
            </a:endParaRPr>
          </a:p>
          <a:p>
            <a:pPr indent="0" lvl="0" marL="0" rtl="0" algn="l">
              <a:lnSpc>
                <a:spcPct val="115000"/>
              </a:lnSpc>
              <a:spcBef>
                <a:spcPts val="0"/>
              </a:spcBef>
              <a:spcAft>
                <a:spcPts val="0"/>
              </a:spcAft>
              <a:buSzPts val="1200"/>
              <a:buNone/>
            </a:pPr>
            <a:r>
              <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ssh burst </a:t>
            </a:r>
            <a:endParaRPr sz="1300">
              <a:solidFill>
                <a:srgbClr val="000000"/>
              </a:solidFill>
              <a:latin typeface="Arial"/>
              <a:ea typeface="Arial"/>
              <a:cs typeface="Arial"/>
              <a:sym typeface="Arial"/>
            </a:endParaRPr>
          </a:p>
          <a:p>
            <a:pPr indent="0" lvl="0" marL="0" rtl="0" algn="l">
              <a:lnSpc>
                <a:spcPct val="115000"/>
              </a:lnSpc>
              <a:spcBef>
                <a:spcPts val="0"/>
              </a:spcBef>
              <a:spcAft>
                <a:spcPts val="0"/>
              </a:spcAft>
              <a:buSzPts val="1200"/>
              <a:buNone/>
            </a:pPr>
            <a:r>
              <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 Request an interactive CPU </a:t>
            </a:r>
            <a:endParaRPr sz="1300">
              <a:solidFill>
                <a:srgbClr val="000000"/>
              </a:solidFill>
              <a:latin typeface="Arial"/>
              <a:ea typeface="Arial"/>
              <a:cs typeface="Arial"/>
              <a:sym typeface="Arial"/>
            </a:endParaRPr>
          </a:p>
          <a:p>
            <a:pPr indent="0" lvl="0" marL="0" rtl="0" algn="l">
              <a:lnSpc>
                <a:spcPct val="115000"/>
              </a:lnSpc>
              <a:spcBef>
                <a:spcPts val="0"/>
              </a:spcBef>
              <a:spcAft>
                <a:spcPts val="0"/>
              </a:spcAft>
              <a:buSzPts val="1200"/>
              <a:buNone/>
            </a:pPr>
            <a:r>
              <a:t/>
            </a:r>
            <a:endParaRPr sz="1300">
              <a:solidFill>
                <a:srgbClr val="000000"/>
              </a:solidFill>
              <a:latin typeface="Arial"/>
              <a:ea typeface="Arial"/>
              <a:cs typeface="Arial"/>
              <a:sym typeface="Arial"/>
            </a:endParaRPr>
          </a:p>
          <a:p>
            <a:pPr indent="0" lvl="0" marL="0" rtl="0" algn="l">
              <a:lnSpc>
                <a:spcPct val="115000"/>
              </a:lnSpc>
              <a:spcBef>
                <a:spcPts val="0"/>
              </a:spcBef>
              <a:spcAft>
                <a:spcPts val="0"/>
              </a:spcAft>
              <a:buSzPts val="1200"/>
              <a:buNone/>
            </a:pPr>
            <a:r>
              <a:rPr lang="en" sz="1350">
                <a:solidFill>
                  <a:srgbClr val="262626"/>
                </a:solidFill>
                <a:highlight>
                  <a:srgbClr val="FFFFFF"/>
                </a:highlight>
                <a:latin typeface="Courier New"/>
                <a:ea typeface="Courier New"/>
                <a:cs typeface="Courier New"/>
                <a:sym typeface="Courier New"/>
              </a:rPr>
              <a:t>srun --account=ds_ga_1012-2025sp --partition=interactive --time=01:00:00 --pty /bin/bash</a:t>
            </a:r>
            <a:endParaRPr sz="13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t/>
            </a:r>
            <a:endParaRPr sz="1350">
              <a:solidFill>
                <a:srgbClr val="262626"/>
              </a:solidFill>
              <a:highlight>
                <a:srgbClr val="FFFFFF"/>
              </a:highlight>
              <a:latin typeface="Arial"/>
              <a:ea typeface="Arial"/>
              <a:cs typeface="Arial"/>
              <a:sym typeface="Arial"/>
            </a:endParaRPr>
          </a:p>
          <a:p>
            <a:pPr indent="-314325" lvl="0" marL="457200" rtl="0" algn="l">
              <a:lnSpc>
                <a:spcPct val="115000"/>
              </a:lnSpc>
              <a:spcBef>
                <a:spcPts val="0"/>
              </a:spcBef>
              <a:spcAft>
                <a:spcPts val="0"/>
              </a:spcAft>
              <a:buClr>
                <a:srgbClr val="262626"/>
              </a:buClr>
              <a:buSzPts val="1350"/>
              <a:buFont typeface="Arial"/>
              <a:buAutoNum type="arabicPeriod"/>
            </a:pPr>
            <a:r>
              <a:rPr lang="en" sz="1350">
                <a:solidFill>
                  <a:srgbClr val="262626"/>
                </a:solidFill>
                <a:highlight>
                  <a:srgbClr val="FFFFFF"/>
                </a:highlight>
                <a:latin typeface="Arial"/>
                <a:ea typeface="Arial"/>
                <a:cs typeface="Arial"/>
                <a:sym typeface="Arial"/>
              </a:rPr>
              <a:t>cd /share/apps/llama</a:t>
            </a:r>
            <a:endParaRPr sz="1350">
              <a:solidFill>
                <a:srgbClr val="262626"/>
              </a:solidFill>
              <a:highlight>
                <a:srgbClr val="FFFFFF"/>
              </a:highlight>
              <a:latin typeface="Arial"/>
              <a:ea typeface="Arial"/>
              <a:cs typeface="Arial"/>
              <a:sym typeface="Arial"/>
            </a:endParaRPr>
          </a:p>
          <a:p>
            <a:pPr indent="-314325" lvl="0" marL="457200" rtl="0" algn="l">
              <a:lnSpc>
                <a:spcPct val="115000"/>
              </a:lnSpc>
              <a:spcBef>
                <a:spcPts val="0"/>
              </a:spcBef>
              <a:spcAft>
                <a:spcPts val="0"/>
              </a:spcAft>
              <a:buClr>
                <a:srgbClr val="262626"/>
              </a:buClr>
              <a:buSzPts val="1350"/>
              <a:buFont typeface="Arial"/>
              <a:buAutoNum type="arabicPeriod"/>
            </a:pPr>
            <a:r>
              <a:rPr lang="en" sz="1350">
                <a:solidFill>
                  <a:srgbClr val="262626"/>
                </a:solidFill>
                <a:highlight>
                  <a:srgbClr val="FFFFFF"/>
                </a:highlight>
                <a:latin typeface="Arial"/>
                <a:ea typeface="Arial"/>
                <a:cs typeface="Arial"/>
                <a:sym typeface="Arial"/>
              </a:rPr>
              <a:t>ls-lh</a:t>
            </a:r>
            <a:endParaRPr sz="1350">
              <a:solidFill>
                <a:srgbClr val="262626"/>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200"/>
              <a:buNone/>
            </a:pPr>
            <a:r>
              <a:t/>
            </a:r>
            <a:endParaRPr sz="13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t/>
            </a:r>
            <a:endParaRPr sz="1400"/>
          </a:p>
        </p:txBody>
      </p:sp>
      <p:cxnSp>
        <p:nvCxnSpPr>
          <p:cNvPr id="215" name="Google Shape;215;p2"/>
          <p:cNvCxnSpPr/>
          <p:nvPr/>
        </p:nvCxnSpPr>
        <p:spPr>
          <a:xfrm>
            <a:off x="418229" y="2012625"/>
            <a:ext cx="621600" cy="0"/>
          </a:xfrm>
          <a:prstGeom prst="straightConnector1">
            <a:avLst/>
          </a:prstGeom>
          <a:noFill/>
          <a:ln cap="flat" cmpd="sng" w="76200">
            <a:solidFill>
              <a:srgbClr val="8900E1"/>
            </a:solidFill>
            <a:prstDash val="solid"/>
            <a:round/>
            <a:headEnd len="sm" w="sm" type="none"/>
            <a:tailEnd len="sm" w="sm" type="none"/>
          </a:ln>
        </p:spPr>
      </p:cxnSp>
      <p:sp>
        <p:nvSpPr>
          <p:cNvPr id="216" name="Google Shape;216;p2"/>
          <p:cNvSpPr txBox="1"/>
          <p:nvPr>
            <p:ph idx="2" type="body"/>
          </p:nvPr>
        </p:nvSpPr>
        <p:spPr>
          <a:xfrm>
            <a:off x="5042975" y="1422325"/>
            <a:ext cx="3330300" cy="32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rPr lang="en" sz="1150">
                <a:solidFill>
                  <a:srgbClr val="262626"/>
                </a:solidFill>
                <a:highlight>
                  <a:srgbClr val="FFFFFF"/>
                </a:highlight>
                <a:latin typeface="Arial"/>
                <a:ea typeface="Arial"/>
                <a:cs typeface="Arial"/>
                <a:sym typeface="Arial"/>
              </a:rPr>
              <a:t>You should see:</a:t>
            </a:r>
            <a:endParaRPr sz="1150">
              <a:solidFill>
                <a:srgbClr val="262626"/>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200"/>
              <a:buNone/>
            </a:pPr>
            <a:br>
              <a:rPr lang="en" sz="1150">
                <a:solidFill>
                  <a:srgbClr val="262626"/>
                </a:solidFill>
                <a:highlight>
                  <a:srgbClr val="FFFFFF"/>
                </a:highlight>
                <a:latin typeface="Courier New"/>
                <a:ea typeface="Courier New"/>
                <a:cs typeface="Courier New"/>
                <a:sym typeface="Courier New"/>
              </a:rPr>
            </a:br>
            <a:r>
              <a:rPr lang="en" sz="1150">
                <a:solidFill>
                  <a:srgbClr val="262626"/>
                </a:solidFill>
                <a:highlight>
                  <a:srgbClr val="FFFFFF"/>
                </a:highlight>
                <a:latin typeface="Courier New"/>
                <a:ea typeface="Courier New"/>
                <a:cs typeface="Courier New"/>
                <a:sym typeface="Courier New"/>
              </a:rPr>
              <a:t>total 0</a:t>
            </a:r>
            <a:endParaRPr sz="11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rPr lang="en" sz="1150">
                <a:solidFill>
                  <a:srgbClr val="262626"/>
                </a:solidFill>
                <a:highlight>
                  <a:srgbClr val="FFFFFF"/>
                </a:highlight>
                <a:latin typeface="Courier New"/>
                <a:ea typeface="Courier New"/>
                <a:cs typeface="Courier New"/>
                <a:sym typeface="Courier New"/>
              </a:rPr>
              <a:t>drwxr-xr-x. 2 root root 0 Jul 24  2024 Llama-3.1-8B</a:t>
            </a:r>
            <a:endParaRPr sz="11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rPr lang="en" sz="1150">
                <a:solidFill>
                  <a:srgbClr val="262626"/>
                </a:solidFill>
                <a:highlight>
                  <a:srgbClr val="FFFFFF"/>
                </a:highlight>
                <a:latin typeface="Courier New"/>
                <a:ea typeface="Courier New"/>
                <a:cs typeface="Courier New"/>
                <a:sym typeface="Courier New"/>
              </a:rPr>
              <a:t>drwxr-xr-x. 2 root root 0 Jul 24  2024 Llama-3.1-8B-Instruct</a:t>
            </a:r>
            <a:endParaRPr sz="11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rPr lang="en" sz="1150">
                <a:solidFill>
                  <a:srgbClr val="262626"/>
                </a:solidFill>
                <a:highlight>
                  <a:srgbClr val="FFFFFF"/>
                </a:highlight>
                <a:latin typeface="Courier New"/>
                <a:ea typeface="Courier New"/>
                <a:cs typeface="Courier New"/>
                <a:sym typeface="Courier New"/>
              </a:rPr>
              <a:t>drwxr-xr-x. 2 root root 0 Oct  5 10:51 Llama3.2-1B</a:t>
            </a:r>
            <a:endParaRPr sz="11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rPr lang="en" sz="1150">
                <a:solidFill>
                  <a:srgbClr val="262626"/>
                </a:solidFill>
                <a:highlight>
                  <a:srgbClr val="FFFFFF"/>
                </a:highlight>
                <a:latin typeface="Courier New"/>
                <a:ea typeface="Courier New"/>
                <a:cs typeface="Courier New"/>
                <a:sym typeface="Courier New"/>
              </a:rPr>
              <a:t>drwxr-xr-x. 2 root root 0 Oct  5 10:54 Llama3.2-1B-Instruct</a:t>
            </a:r>
            <a:endParaRPr sz="11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rPr lang="en" sz="1150">
                <a:solidFill>
                  <a:srgbClr val="262626"/>
                </a:solidFill>
                <a:highlight>
                  <a:srgbClr val="FFFFFF"/>
                </a:highlight>
                <a:latin typeface="Courier New"/>
                <a:ea typeface="Courier New"/>
                <a:cs typeface="Courier New"/>
                <a:sym typeface="Courier New"/>
              </a:rPr>
              <a:t>drwxr-xr-x. 2 root root 0 Oct  5 10:52 Llama3.2-3B</a:t>
            </a:r>
            <a:endParaRPr sz="1150">
              <a:solidFill>
                <a:srgbClr val="262626"/>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SzPts val="1200"/>
              <a:buNone/>
            </a:pPr>
            <a:r>
              <a:rPr lang="en" sz="1150">
                <a:solidFill>
                  <a:srgbClr val="262626"/>
                </a:solidFill>
                <a:highlight>
                  <a:srgbClr val="FFFFFF"/>
                </a:highlight>
                <a:latin typeface="Courier New"/>
                <a:ea typeface="Courier New"/>
                <a:cs typeface="Courier New"/>
                <a:sym typeface="Courier New"/>
              </a:rPr>
              <a:t>drwxr-xr-x. 2 root root 0 Oct  5 10:54 Llama3.2-3B-Instruct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Next step</a:t>
            </a:r>
            <a:endParaRPr sz="3800"/>
          </a:p>
        </p:txBody>
      </p:sp>
      <p:sp>
        <p:nvSpPr>
          <p:cNvPr id="222" name="Google Shape;222;p3"/>
          <p:cNvSpPr txBox="1"/>
          <p:nvPr/>
        </p:nvSpPr>
        <p:spPr>
          <a:xfrm>
            <a:off x="537625" y="1418175"/>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33333"/>
                </a:solidFill>
                <a:latin typeface="Montserrat"/>
                <a:ea typeface="Montserrat"/>
                <a:cs typeface="Montserrat"/>
                <a:sym typeface="Montserrat"/>
              </a:rPr>
              <a:t>Request gpus</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Mono"/>
                <a:ea typeface="Roboto Mono"/>
                <a:cs typeface="Roboto Mono"/>
                <a:sym typeface="Roboto Mono"/>
              </a:rPr>
              <a:t>srun --account=ds_ga_1012-2025sp --partition=</a:t>
            </a:r>
            <a:r>
              <a:rPr b="1" i="0" lang="en" sz="1400" u="none" cap="none" strike="noStrike">
                <a:solidFill>
                  <a:schemeClr val="accent1"/>
                </a:solidFill>
                <a:latin typeface="Roboto Mono"/>
                <a:ea typeface="Roboto Mono"/>
                <a:cs typeface="Roboto Mono"/>
                <a:sym typeface="Roboto Mono"/>
              </a:rPr>
              <a:t>n1s8-v100-1</a:t>
            </a:r>
            <a:r>
              <a:rPr b="0" i="0" lang="en" sz="1400" u="none" cap="none" strike="noStrike">
                <a:solidFill>
                  <a:srgbClr val="000000"/>
                </a:solidFill>
                <a:latin typeface="Roboto Mono"/>
                <a:ea typeface="Roboto Mono"/>
                <a:cs typeface="Roboto Mono"/>
                <a:sym typeface="Roboto Mono"/>
              </a:rPr>
              <a:t> --gres=</a:t>
            </a:r>
            <a:r>
              <a:rPr b="1" i="0" lang="en" sz="1400" u="none" cap="none" strike="noStrike">
                <a:solidFill>
                  <a:schemeClr val="accent1"/>
                </a:solidFill>
                <a:latin typeface="Roboto Mono"/>
                <a:ea typeface="Roboto Mono"/>
                <a:cs typeface="Roboto Mono"/>
                <a:sym typeface="Roboto Mono"/>
              </a:rPr>
              <a:t>gpu:v100:1</a:t>
            </a:r>
            <a:r>
              <a:rPr b="0" i="0" lang="en" sz="1400" u="none" cap="none" strike="noStrike">
                <a:solidFill>
                  <a:srgbClr val="000000"/>
                </a:solidFill>
                <a:latin typeface="Roboto Mono"/>
                <a:ea typeface="Roboto Mono"/>
                <a:cs typeface="Roboto Mono"/>
                <a:sym typeface="Roboto Mono"/>
              </a:rPr>
              <a:t> --time=</a:t>
            </a:r>
            <a:r>
              <a:rPr b="1" i="0" lang="en" sz="1400" u="none" cap="none" strike="noStrike">
                <a:solidFill>
                  <a:schemeClr val="accent1"/>
                </a:solidFill>
                <a:latin typeface="Roboto Mono"/>
                <a:ea typeface="Roboto Mono"/>
                <a:cs typeface="Roboto Mono"/>
                <a:sym typeface="Roboto Mono"/>
              </a:rPr>
              <a:t>04:00:00</a:t>
            </a:r>
            <a:r>
              <a:rPr b="0" i="0" lang="en" sz="1400" u="none" cap="none" strike="noStrike">
                <a:solidFill>
                  <a:srgbClr val="000000"/>
                </a:solidFill>
                <a:latin typeface="Roboto Mono"/>
                <a:ea typeface="Roboto Mono"/>
                <a:cs typeface="Roboto Mono"/>
                <a:sym typeface="Roboto Mono"/>
              </a:rPr>
              <a:t> --pty /bin/bash</a:t>
            </a:r>
            <a:endParaRPr b="0" i="0" sz="14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Roboto Mono"/>
                <a:ea typeface="Roboto Mono"/>
                <a:cs typeface="Roboto Mono"/>
                <a:sym typeface="Roboto Mono"/>
              </a:rPr>
              <a:t>When launching the Singularity container, make sure to bind the </a:t>
            </a:r>
            <a:r>
              <a:rPr b="1" i="0" lang="en" sz="1200" u="none" cap="none" strike="noStrike">
                <a:solidFill>
                  <a:srgbClr val="188038"/>
                </a:solidFill>
                <a:latin typeface="Roboto Mono"/>
                <a:ea typeface="Roboto Mono"/>
                <a:cs typeface="Roboto Mono"/>
                <a:sym typeface="Roboto Mono"/>
              </a:rPr>
              <a:t>/share/apps/llama</a:t>
            </a:r>
            <a:r>
              <a:rPr b="1" i="0" lang="en" sz="1200" u="none" cap="none" strike="noStrike">
                <a:solidFill>
                  <a:srgbClr val="000000"/>
                </a:solidFill>
                <a:latin typeface="Roboto Mono"/>
                <a:ea typeface="Roboto Mono"/>
                <a:cs typeface="Roboto Mono"/>
                <a:sym typeface="Roboto Mono"/>
              </a:rPr>
              <a:t> directory</a:t>
            </a:r>
            <a:endParaRPr b="1" i="0" sz="12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Mono"/>
                <a:ea typeface="Roboto Mono"/>
                <a:cs typeface="Roboto Mono"/>
                <a:sym typeface="Roboto Mono"/>
              </a:rPr>
              <a:t>singularity exec --nv \</a:t>
            </a:r>
            <a:endParaRPr b="0" i="0" sz="12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Mono"/>
                <a:ea typeface="Roboto Mono"/>
                <a:cs typeface="Roboto Mono"/>
                <a:sym typeface="Roboto Mono"/>
              </a:rPr>
              <a:t>    --bind /scratch/</a:t>
            </a:r>
            <a:r>
              <a:rPr b="1" i="0" lang="en" sz="1200" u="none" cap="none" strike="noStrike">
                <a:solidFill>
                  <a:srgbClr val="000000"/>
                </a:solidFill>
                <a:latin typeface="Roboto Mono"/>
                <a:ea typeface="Roboto Mono"/>
                <a:cs typeface="Roboto Mono"/>
                <a:sym typeface="Roboto Mono"/>
              </a:rPr>
              <a:t>&lt;netid&gt;</a:t>
            </a:r>
            <a:r>
              <a:rPr b="0" i="0" lang="en" sz="1200" u="none" cap="none" strike="noStrike">
                <a:solidFill>
                  <a:srgbClr val="000000"/>
                </a:solidFill>
                <a:latin typeface="Roboto Mono"/>
                <a:ea typeface="Roboto Mono"/>
                <a:cs typeface="Roboto Mono"/>
                <a:sym typeface="Roboto Mono"/>
              </a:rPr>
              <a:t>/ \</a:t>
            </a:r>
            <a:endParaRPr b="0" i="0" sz="12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Mono"/>
                <a:ea typeface="Roboto Mono"/>
                <a:cs typeface="Roboto Mono"/>
                <a:sym typeface="Roboto Mono"/>
              </a:rPr>
              <a:t>    --bind /share/apps/llama:/share/apps/llama \</a:t>
            </a:r>
            <a:endParaRPr b="0" i="0" sz="12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Mono"/>
                <a:ea typeface="Roboto Mono"/>
                <a:cs typeface="Roboto Mono"/>
                <a:sym typeface="Roboto Mono"/>
              </a:rPr>
              <a:t>    --overlay /scratch/</a:t>
            </a:r>
            <a:r>
              <a:rPr b="1" i="0" lang="en" sz="1200" u="none" cap="none" strike="noStrike">
                <a:solidFill>
                  <a:srgbClr val="000000"/>
                </a:solidFill>
                <a:latin typeface="Roboto Mono"/>
                <a:ea typeface="Roboto Mono"/>
                <a:cs typeface="Roboto Mono"/>
                <a:sym typeface="Roboto Mono"/>
              </a:rPr>
              <a:t>&lt;netid&gt;</a:t>
            </a:r>
            <a:r>
              <a:rPr b="0" i="0" lang="en" sz="1200" u="none" cap="none" strike="noStrike">
                <a:solidFill>
                  <a:srgbClr val="000000"/>
                </a:solidFill>
                <a:latin typeface="Roboto Mono"/>
                <a:ea typeface="Roboto Mono"/>
                <a:cs typeface="Roboto Mono"/>
                <a:sym typeface="Roboto Mono"/>
              </a:rPr>
              <a:t>/</a:t>
            </a:r>
            <a:r>
              <a:rPr b="1" i="0" lang="en" sz="1200" u="none" cap="none" strike="noStrike">
                <a:solidFill>
                  <a:srgbClr val="000000"/>
                </a:solidFill>
                <a:latin typeface="Roboto Mono"/>
                <a:ea typeface="Roboto Mono"/>
                <a:cs typeface="Roboto Mono"/>
                <a:sym typeface="Roboto Mono"/>
              </a:rPr>
              <a:t>overlay-25GB-500K.ext3</a:t>
            </a:r>
            <a:r>
              <a:rPr b="0" i="0" lang="en" sz="1200" u="none" cap="none" strike="noStrike">
                <a:solidFill>
                  <a:srgbClr val="000000"/>
                </a:solidFill>
                <a:latin typeface="Roboto Mono"/>
                <a:ea typeface="Roboto Mono"/>
                <a:cs typeface="Roboto Mono"/>
                <a:sym typeface="Roboto Mono"/>
              </a:rPr>
              <a:t>:rw \</a:t>
            </a:r>
            <a:endParaRPr b="0" i="0" sz="12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Mono"/>
                <a:ea typeface="Roboto Mono"/>
                <a:cs typeface="Roboto Mono"/>
                <a:sym typeface="Roboto Mono"/>
              </a:rPr>
              <a:t>    /scratch/</a:t>
            </a:r>
            <a:r>
              <a:rPr b="1" i="0" lang="en" sz="1200" u="none" cap="none" strike="noStrike">
                <a:solidFill>
                  <a:srgbClr val="000000"/>
                </a:solidFill>
                <a:latin typeface="Roboto Mono"/>
                <a:ea typeface="Roboto Mono"/>
                <a:cs typeface="Roboto Mono"/>
                <a:sym typeface="Roboto Mono"/>
              </a:rPr>
              <a:t>&lt;netid&gt;</a:t>
            </a:r>
            <a:r>
              <a:rPr b="0" i="0" lang="en" sz="1200" u="none" cap="none" strike="noStrike">
                <a:solidFill>
                  <a:srgbClr val="000000"/>
                </a:solidFill>
                <a:latin typeface="Roboto Mono"/>
                <a:ea typeface="Roboto Mono"/>
                <a:cs typeface="Roboto Mono"/>
                <a:sym typeface="Roboto Mono"/>
              </a:rPr>
              <a:t>/</a:t>
            </a:r>
            <a:r>
              <a:rPr b="1" i="0" lang="en" sz="1200" u="none" cap="none" strike="noStrike">
                <a:solidFill>
                  <a:srgbClr val="000000"/>
                </a:solidFill>
                <a:latin typeface="Roboto Mono"/>
                <a:ea typeface="Roboto Mono"/>
                <a:cs typeface="Roboto Mono"/>
                <a:sym typeface="Roboto Mono"/>
              </a:rPr>
              <a:t>cuda11.6.124-cudnn8.4.0.27-devel-ubuntu20.04.4.sif /bin/bash</a:t>
            </a:r>
            <a:endParaRPr b="1" i="0" sz="17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Next step</a:t>
            </a:r>
            <a:endParaRPr sz="3800"/>
          </a:p>
        </p:txBody>
      </p:sp>
      <p:sp>
        <p:nvSpPr>
          <p:cNvPr id="228" name="Google Shape;228;p4"/>
          <p:cNvSpPr txBox="1"/>
          <p:nvPr/>
        </p:nvSpPr>
        <p:spPr>
          <a:xfrm>
            <a:off x="537625" y="1418175"/>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33333"/>
                </a:solidFill>
                <a:latin typeface="Montserrat"/>
                <a:ea typeface="Montserrat"/>
                <a:cs typeface="Montserrat"/>
                <a:sym typeface="Montserrat"/>
              </a:rPr>
              <a:t>Set Up the Python Environment</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333333"/>
                </a:solidFill>
                <a:latin typeface="Arial"/>
                <a:ea typeface="Arial"/>
                <a:cs typeface="Arial"/>
                <a:sym typeface="Arial"/>
              </a:rPr>
              <a:t>If conda is not available, </a:t>
            </a:r>
            <a:r>
              <a:rPr b="0" i="0" lang="en" sz="1400" u="none" cap="none" strike="noStrike">
                <a:solidFill>
                  <a:srgbClr val="000000"/>
                </a:solidFill>
                <a:latin typeface="Arial"/>
                <a:ea typeface="Arial"/>
                <a:cs typeface="Arial"/>
                <a:sym typeface="Arial"/>
              </a:rPr>
              <a:t>you may need to create a virtual environment using </a:t>
            </a:r>
            <a:r>
              <a:rPr b="0" i="0" lang="en" sz="1400" u="none" cap="none" strike="noStrike">
                <a:solidFill>
                  <a:srgbClr val="188038"/>
                </a:solidFill>
                <a:latin typeface="Arial"/>
                <a:ea typeface="Arial"/>
                <a:cs typeface="Arial"/>
                <a:sym typeface="Arial"/>
              </a:rPr>
              <a:t>venv</a:t>
            </a:r>
            <a:endParaRPr b="0" i="0" sz="1400" u="none" cap="none" strike="noStrike">
              <a:solidFill>
                <a:srgbClr val="18803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8803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python3 -m venv /ext3/env</a:t>
            </a:r>
            <a:endParaRPr b="0" i="0" sz="14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source /ext3/env/bin/activate</a:t>
            </a:r>
            <a:endParaRPr b="0" i="0" sz="14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8803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If </a:t>
            </a:r>
            <a:r>
              <a:rPr b="0" i="0" lang="en" sz="1400" u="none" cap="none" strike="noStrike">
                <a:solidFill>
                  <a:srgbClr val="188038"/>
                </a:solidFill>
                <a:latin typeface="Roboto Mono"/>
                <a:ea typeface="Roboto Mono"/>
                <a:cs typeface="Roboto Mono"/>
                <a:sym typeface="Roboto Mono"/>
              </a:rPr>
              <a:t>conda</a:t>
            </a:r>
            <a:r>
              <a:rPr b="0" i="0" lang="en" sz="1400" u="none" cap="none" strike="noStrike">
                <a:solidFill>
                  <a:srgbClr val="000000"/>
                </a:solidFill>
                <a:latin typeface="Arial"/>
                <a:ea typeface="Arial"/>
                <a:cs typeface="Arial"/>
                <a:sym typeface="Arial"/>
              </a:rPr>
              <a:t> is available, create and activate an environment: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conda create -n llama_env python=3.9 -y</a:t>
            </a:r>
            <a:endParaRPr b="0" i="0" sz="14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conda activate llama_env</a:t>
            </a:r>
            <a:endParaRPr b="0" i="0" sz="14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5"/>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Next step</a:t>
            </a:r>
            <a:endParaRPr sz="3800"/>
          </a:p>
        </p:txBody>
      </p:sp>
      <p:sp>
        <p:nvSpPr>
          <p:cNvPr id="234" name="Google Shape;234;p5"/>
          <p:cNvSpPr txBox="1"/>
          <p:nvPr/>
        </p:nvSpPr>
        <p:spPr>
          <a:xfrm>
            <a:off x="537625" y="1418175"/>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33333"/>
                </a:solidFill>
                <a:latin typeface="Montserrat"/>
                <a:ea typeface="Montserrat"/>
                <a:cs typeface="Montserrat"/>
                <a:sym typeface="Montserrat"/>
              </a:rPr>
              <a:t>Install Required Packages</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333333"/>
                </a:solidFill>
                <a:latin typeface="Montserrat"/>
                <a:ea typeface="Montserrat"/>
                <a:cs typeface="Montserrat"/>
                <a:sym typeface="Montserrat"/>
              </a:rPr>
              <a:t>Install the necessary libraries to fine-tune Llama （Eg:)</a:t>
            </a:r>
            <a:endParaRPr b="0"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333333"/>
                </a:solidFill>
                <a:latin typeface="Arial"/>
                <a:ea typeface="Arial"/>
                <a:cs typeface="Arial"/>
                <a:sym typeface="Arial"/>
              </a:rPr>
              <a:t>pip install torch transformers datasets peft accelerate --target=/ext3</a:t>
            </a:r>
            <a:endParaRPr b="0" i="0" sz="1400" u="none" cap="none" strike="noStrike">
              <a:solidFill>
                <a:srgbClr val="3333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333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333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Add the target to your </a:t>
            </a:r>
            <a:r>
              <a:rPr b="0" i="0" lang="en" sz="1400" u="none" cap="none" strike="noStrike">
                <a:solidFill>
                  <a:srgbClr val="188038"/>
                </a:solidFill>
                <a:latin typeface="Arial"/>
                <a:ea typeface="Arial"/>
                <a:cs typeface="Arial"/>
                <a:sym typeface="Arial"/>
              </a:rPr>
              <a:t>PYTHONPATH</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export PYTHONPATH=/ext3:$PYTHONPATH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6"/>
          <p:cNvSpPr txBox="1"/>
          <p:nvPr>
            <p:ph type="title"/>
          </p:nvPr>
        </p:nvSpPr>
        <p:spPr>
          <a:xfrm>
            <a:off x="311700" y="1152475"/>
            <a:ext cx="3345900" cy="3199500"/>
          </a:xfrm>
          <a:prstGeom prst="rect">
            <a:avLst/>
          </a:prstGeom>
          <a:noFill/>
          <a:ln>
            <a:noFill/>
          </a:ln>
        </p:spPr>
        <p:txBody>
          <a:bodyPr anchorCtr="0" anchor="t" bIns="91425" lIns="91425" spcFirstLastPara="1" rIns="91425" wrap="square" tIns="91425">
            <a:noAutofit/>
          </a:bodyPr>
          <a:lstStyle/>
          <a:p>
            <a:pPr indent="0" lvl="0" marL="0" rtl="0" algn="r">
              <a:lnSpc>
                <a:spcPct val="85000"/>
              </a:lnSpc>
              <a:spcBef>
                <a:spcPts val="0"/>
              </a:spcBef>
              <a:spcAft>
                <a:spcPts val="0"/>
              </a:spcAft>
              <a:buSzPts val="4200"/>
              <a:buNone/>
            </a:pPr>
            <a:r>
              <a:rPr lang="en"/>
              <a:t>Installing</a:t>
            </a:r>
            <a:endParaRPr/>
          </a:p>
        </p:txBody>
      </p:sp>
      <p:sp>
        <p:nvSpPr>
          <p:cNvPr id="240" name="Google Shape;240;p6"/>
          <p:cNvSpPr txBox="1"/>
          <p:nvPr>
            <p:ph idx="1" type="body"/>
          </p:nvPr>
        </p:nvSpPr>
        <p:spPr>
          <a:xfrm>
            <a:off x="4114800" y="1175683"/>
            <a:ext cx="4192800" cy="3123300"/>
          </a:xfrm>
          <a:prstGeom prst="rect">
            <a:avLst/>
          </a:prstGeom>
          <a:noFill/>
          <a:ln>
            <a:noFill/>
          </a:ln>
        </p:spPr>
        <p:txBody>
          <a:bodyPr anchorCtr="0" anchor="t" bIns="91425" lIns="91425" spcFirstLastPara="1" rIns="91425" wrap="square" tIns="91425">
            <a:noAutofit/>
          </a:bodyPr>
          <a:lstStyle/>
          <a:p>
            <a:pPr indent="-317500" lvl="0" marL="457200" rtl="0" algn="l">
              <a:lnSpc>
                <a:spcPct val="125000"/>
              </a:lnSpc>
              <a:spcBef>
                <a:spcPts val="0"/>
              </a:spcBef>
              <a:spcAft>
                <a:spcPts val="0"/>
              </a:spcAft>
              <a:buSzPts val="1400"/>
              <a:buChar char="●"/>
            </a:pPr>
            <a:r>
              <a:t/>
            </a:r>
            <a:endParaRPr/>
          </a:p>
        </p:txBody>
      </p:sp>
      <p:cxnSp>
        <p:nvCxnSpPr>
          <p:cNvPr id="241" name="Google Shape;241;p6"/>
          <p:cNvCxnSpPr/>
          <p:nvPr/>
        </p:nvCxnSpPr>
        <p:spPr>
          <a:xfrm>
            <a:off x="2900432" y="2518986"/>
            <a:ext cx="621600" cy="0"/>
          </a:xfrm>
          <a:prstGeom prst="straightConnector1">
            <a:avLst/>
          </a:prstGeom>
          <a:noFill/>
          <a:ln cap="flat" cmpd="sng" w="76200">
            <a:solidFill>
              <a:srgbClr val="8900E1"/>
            </a:solidFill>
            <a:prstDash val="solid"/>
            <a:round/>
            <a:headEnd len="sm" w="sm" type="none"/>
            <a:tailEnd len="sm" w="sm" type="none"/>
          </a:ln>
        </p:spPr>
      </p:cxnSp>
      <p:pic>
        <p:nvPicPr>
          <p:cNvPr id="242" name="Google Shape;242;p6"/>
          <p:cNvPicPr preferRelativeResize="0"/>
          <p:nvPr/>
        </p:nvPicPr>
        <p:blipFill rotWithShape="1">
          <a:blip r:embed="rId3">
            <a:alphaModFix/>
          </a:blip>
          <a:srcRect b="0" l="0" r="45232" t="0"/>
          <a:stretch/>
        </p:blipFill>
        <p:spPr>
          <a:xfrm>
            <a:off x="4114800" y="239000"/>
            <a:ext cx="4813302" cy="4665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7"/>
          <p:cNvSpPr txBox="1"/>
          <p:nvPr>
            <p:ph type="title"/>
          </p:nvPr>
        </p:nvSpPr>
        <p:spPr>
          <a:xfrm>
            <a:off x="1429300" y="663625"/>
            <a:ext cx="6474300" cy="1195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400"/>
              <a:buNone/>
            </a:pPr>
            <a:r>
              <a:rPr lang="en"/>
              <a:t>Ensure the container has access to GPUs: </a:t>
            </a:r>
            <a:endParaRPr/>
          </a:p>
          <a:p>
            <a:pPr indent="0" lvl="0" marL="0" rtl="0" algn="l">
              <a:lnSpc>
                <a:spcPct val="100000"/>
              </a:lnSpc>
              <a:spcBef>
                <a:spcPts val="0"/>
              </a:spcBef>
              <a:spcAft>
                <a:spcPts val="0"/>
              </a:spcAft>
              <a:buSzPts val="1400"/>
              <a:buNone/>
            </a:pPr>
            <a:r>
              <a:rPr lang="en"/>
              <a:t>	</a:t>
            </a:r>
            <a:endParaRPr/>
          </a:p>
          <a:p>
            <a:pPr indent="0" lvl="0" marL="0" rtl="0" algn="l">
              <a:lnSpc>
                <a:spcPct val="100000"/>
              </a:lnSpc>
              <a:spcBef>
                <a:spcPts val="0"/>
              </a:spcBef>
              <a:spcAft>
                <a:spcPts val="0"/>
              </a:spcAft>
              <a:buSzPts val="1400"/>
              <a:buNone/>
            </a:pPr>
            <a:r>
              <a:rPr lang="en"/>
              <a:t>watch -n 1 nvidia-smi</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pic>
        <p:nvPicPr>
          <p:cNvPr id="248" name="Google Shape;248;p7"/>
          <p:cNvPicPr preferRelativeResize="0"/>
          <p:nvPr/>
        </p:nvPicPr>
        <p:blipFill rotWithShape="1">
          <a:blip r:embed="rId3">
            <a:alphaModFix/>
          </a:blip>
          <a:srcRect b="0" l="0" r="0" t="0"/>
          <a:stretch/>
        </p:blipFill>
        <p:spPr>
          <a:xfrm>
            <a:off x="1321200" y="1542375"/>
            <a:ext cx="7822808" cy="326014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8"/>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Next Step </a:t>
            </a:r>
            <a:endParaRPr sz="3800"/>
          </a:p>
        </p:txBody>
      </p:sp>
      <p:sp>
        <p:nvSpPr>
          <p:cNvPr id="254" name="Google Shape;254;p8"/>
          <p:cNvSpPr txBox="1"/>
          <p:nvPr/>
        </p:nvSpPr>
        <p:spPr>
          <a:xfrm>
            <a:off x="537625" y="1418175"/>
            <a:ext cx="78105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Prepare a Fine-Tuning Script</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Run the Fine-Tuning Script</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python fine_tune_llama.py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6"/>
                </a:solidFill>
                <a:latin typeface="Arial"/>
                <a:ea typeface="Arial"/>
                <a:cs typeface="Arial"/>
                <a:sym typeface="Arial"/>
              </a:rPr>
              <a:t>OR </a:t>
            </a:r>
            <a:endParaRPr b="1" i="0" sz="1500" u="none" cap="none" strike="noStrike">
              <a:solidFill>
                <a:schemeClr val="accent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Submit as a Batch Job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sbatch fine_tune_llama.sbatch</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p:txBody>
      </p:sp>
      <p:pic>
        <p:nvPicPr>
          <p:cNvPr id="255" name="Google Shape;255;p8"/>
          <p:cNvPicPr preferRelativeResize="0"/>
          <p:nvPr/>
        </p:nvPicPr>
        <p:blipFill rotWithShape="1">
          <a:blip r:embed="rId3">
            <a:alphaModFix/>
          </a:blip>
          <a:srcRect b="0" l="0" r="0" t="0"/>
          <a:stretch/>
        </p:blipFill>
        <p:spPr>
          <a:xfrm>
            <a:off x="3244776" y="377825"/>
            <a:ext cx="5491827" cy="4387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9"/>
          <p:cNvSpPr txBox="1"/>
          <p:nvPr>
            <p:ph type="title"/>
          </p:nvPr>
        </p:nvSpPr>
        <p:spPr>
          <a:xfrm>
            <a:off x="117975" y="1867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Hyperparameters</a:t>
            </a:r>
            <a:endParaRPr sz="3800"/>
          </a:p>
        </p:txBody>
      </p:sp>
      <p:sp>
        <p:nvSpPr>
          <p:cNvPr id="261" name="Google Shape;261;p9"/>
          <p:cNvSpPr txBox="1"/>
          <p:nvPr/>
        </p:nvSpPr>
        <p:spPr>
          <a:xfrm>
            <a:off x="537625" y="1111200"/>
            <a:ext cx="37245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Learning Rate (e.g., 2e-5)</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Guidelines:</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Fine‑tuning large pre-trained language models typically requires a small learning rate, often in the range of 1e-5 to 5e-5.</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A lower learning rate is usually safer for fine‑tuning because the model is already well‑initialized.</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How to Choose:</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Start with a common default:</a:t>
            </a:r>
            <a:r>
              <a:rPr b="0" i="0" lang="en" sz="1100" u="none" cap="none" strike="noStrike">
                <a:solidFill>
                  <a:srgbClr val="000000"/>
                </a:solidFill>
                <a:latin typeface="Arial"/>
                <a:ea typeface="Arial"/>
                <a:cs typeface="Arial"/>
                <a:sym typeface="Arial"/>
              </a:rPr>
              <a:t> Many published papers and examples use 2e-5.</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Learning Rate Schedules:</a:t>
            </a:r>
            <a:r>
              <a:rPr b="0" i="0" lang="en" sz="1100" u="none" cap="none" strike="noStrike">
                <a:solidFill>
                  <a:srgbClr val="000000"/>
                </a:solidFill>
                <a:latin typeface="Arial"/>
                <a:ea typeface="Arial"/>
                <a:cs typeface="Arial"/>
                <a:sym typeface="Arial"/>
              </a:rPr>
              <a:t> Consider using a scheduler (e.g., linear decay with warmup) to adjust the learning rate during training.</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Experimentation:</a:t>
            </a:r>
            <a:r>
              <a:rPr b="0" i="0" lang="en" sz="1100" u="none" cap="none" strike="noStrike">
                <a:solidFill>
                  <a:srgbClr val="000000"/>
                </a:solidFill>
                <a:latin typeface="Arial"/>
                <a:ea typeface="Arial"/>
                <a:cs typeface="Arial"/>
                <a:sym typeface="Arial"/>
              </a:rPr>
              <a:t> If the model converges too slowly or shows unstable training, try adjusting the learning rate up or down.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p:txBody>
      </p:sp>
      <p:sp>
        <p:nvSpPr>
          <p:cNvPr id="262" name="Google Shape;262;p9"/>
          <p:cNvSpPr txBox="1"/>
          <p:nvPr/>
        </p:nvSpPr>
        <p:spPr>
          <a:xfrm>
            <a:off x="4891675" y="618300"/>
            <a:ext cx="3535500" cy="341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Per-Device Train Batch Size (e.g., 4)</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Guidelines:</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This depends largely on your hardware, especially GPU memory.</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Larger batch sizes can provide more stable gradient estimates but require more memory.</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How to Choose:</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Memory Constraints:</a:t>
            </a:r>
            <a:r>
              <a:rPr b="0" i="0" lang="en" sz="1100" u="none" cap="none" strike="noStrike">
                <a:solidFill>
                  <a:srgbClr val="000000"/>
                </a:solidFill>
                <a:latin typeface="Arial"/>
                <a:ea typeface="Arial"/>
                <a:cs typeface="Arial"/>
                <a:sym typeface="Arial"/>
              </a:rPr>
              <a:t> If your GPU has limited memory, start with a smaller batch size.</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Effective Batch Size:</a:t>
            </a:r>
            <a:r>
              <a:rPr b="0" i="0" lang="en" sz="1100" u="none" cap="none" strike="noStrike">
                <a:solidFill>
                  <a:srgbClr val="000000"/>
                </a:solidFill>
                <a:latin typeface="Arial"/>
                <a:ea typeface="Arial"/>
                <a:cs typeface="Arial"/>
                <a:sym typeface="Arial"/>
              </a:rPr>
              <a:t> If you need a larger batch size but are memory-constrained, consider using gradient accumulation (e.g., accumulate gradients over several steps to simulate a larger batch size).</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Empirical Testing:</a:t>
            </a:r>
            <a:r>
              <a:rPr b="0" i="0" lang="en" sz="1100" u="none" cap="none" strike="noStrike">
                <a:solidFill>
                  <a:srgbClr val="000000"/>
                </a:solidFill>
                <a:latin typeface="Arial"/>
                <a:ea typeface="Arial"/>
                <a:cs typeface="Arial"/>
                <a:sym typeface="Arial"/>
              </a:rPr>
              <a:t> Monitor GPU usage and training stability; if training is unstable, a smaller batch size might help.</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rgbClr val="333333"/>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0"/>
          <p:cNvSpPr txBox="1"/>
          <p:nvPr>
            <p:ph type="title"/>
          </p:nvPr>
        </p:nvSpPr>
        <p:spPr>
          <a:xfrm>
            <a:off x="117975" y="1867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Hyperparameters</a:t>
            </a:r>
            <a:endParaRPr sz="3800"/>
          </a:p>
        </p:txBody>
      </p:sp>
      <p:sp>
        <p:nvSpPr>
          <p:cNvPr id="268" name="Google Shape;268;p10"/>
          <p:cNvSpPr txBox="1"/>
          <p:nvPr/>
        </p:nvSpPr>
        <p:spPr>
          <a:xfrm>
            <a:off x="537625" y="1111200"/>
            <a:ext cx="37245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Number of Training Epochs (e.g., 1)</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Guidelines:</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The optimal number of epochs depends on the size and nature of your dataset.</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Fine‑tuning often requires fewer epochs than training from scratch.</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How to Choose:</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Dataset Size:</a:t>
            </a:r>
            <a:r>
              <a:rPr b="0" i="0" lang="en" sz="1100" u="none" cap="none" strike="noStrike">
                <a:solidFill>
                  <a:srgbClr val="000000"/>
                </a:solidFill>
                <a:latin typeface="Arial"/>
                <a:ea typeface="Arial"/>
                <a:cs typeface="Arial"/>
                <a:sym typeface="Arial"/>
              </a:rPr>
              <a:t> For large datasets, even one epoch might be sufficient to adapt the model.</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Validation Loss:</a:t>
            </a:r>
            <a:r>
              <a:rPr b="0" i="0" lang="en" sz="1100" u="none" cap="none" strike="noStrike">
                <a:solidFill>
                  <a:srgbClr val="000000"/>
                </a:solidFill>
                <a:latin typeface="Arial"/>
                <a:ea typeface="Arial"/>
                <a:cs typeface="Arial"/>
                <a:sym typeface="Arial"/>
              </a:rPr>
              <a:t> Monitor validation metrics; if performance stops improving, more epochs may lead to overfitting.</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Starting Point:</a:t>
            </a:r>
            <a:r>
              <a:rPr b="0" i="0" lang="en" sz="1100" u="none" cap="none" strike="noStrike">
                <a:solidFill>
                  <a:srgbClr val="000000"/>
                </a:solidFill>
                <a:latin typeface="Arial"/>
                <a:ea typeface="Arial"/>
                <a:cs typeface="Arial"/>
                <a:sym typeface="Arial"/>
              </a:rPr>
              <a:t> Start with a small number (e.g., 1–3) and adjust based on observed performance.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300"/>
              <a:buFont typeface="Arial"/>
              <a:buNone/>
            </a:pPr>
            <a:r>
              <a:t/>
            </a:r>
            <a:endParaRPr b="1" i="0" sz="1300" u="none" cap="none" strike="noStrike">
              <a:solidFill>
                <a:srgbClr val="000000"/>
              </a:solidFill>
              <a:latin typeface="Arial"/>
              <a:ea typeface="Arial"/>
              <a:cs typeface="Arial"/>
              <a:sym typeface="Arial"/>
            </a:endParaRPr>
          </a:p>
        </p:txBody>
      </p:sp>
      <p:sp>
        <p:nvSpPr>
          <p:cNvPr id="269" name="Google Shape;269;p10"/>
          <p:cNvSpPr txBox="1"/>
          <p:nvPr/>
        </p:nvSpPr>
        <p:spPr>
          <a:xfrm>
            <a:off x="4891675" y="1111200"/>
            <a:ext cx="3535500" cy="341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Weight Decay (e.g., 0.01)</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Guidelines:</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Weight decay is used for regularization to prevent overfitting by penalizing large weights.</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Values are usually small (often around 0.01).</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How to Choose:</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Default Value:</a:t>
            </a:r>
            <a:r>
              <a:rPr b="0" i="0" lang="en" sz="1100" u="none" cap="none" strike="noStrike">
                <a:solidFill>
                  <a:srgbClr val="000000"/>
                </a:solidFill>
                <a:latin typeface="Arial"/>
                <a:ea typeface="Arial"/>
                <a:cs typeface="Arial"/>
                <a:sym typeface="Arial"/>
              </a:rPr>
              <a:t> 0.01 is a common starting point.</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Regularization Needs:</a:t>
            </a:r>
            <a:r>
              <a:rPr b="0" i="0" lang="en" sz="1100" u="none" cap="none" strike="noStrike">
                <a:solidFill>
                  <a:srgbClr val="000000"/>
                </a:solidFill>
                <a:latin typeface="Arial"/>
                <a:ea typeface="Arial"/>
                <a:cs typeface="Arial"/>
                <a:sym typeface="Arial"/>
              </a:rPr>
              <a:t> If you observe overfitting (training loss drops significantly but validation loss does not), consider increasing weight decay.</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Experiment:</a:t>
            </a:r>
            <a:r>
              <a:rPr b="0" i="0" lang="en" sz="1100" u="none" cap="none" strike="noStrike">
                <a:solidFill>
                  <a:srgbClr val="000000"/>
                </a:solidFill>
                <a:latin typeface="Arial"/>
                <a:ea typeface="Arial"/>
                <a:cs typeface="Arial"/>
                <a:sym typeface="Arial"/>
              </a:rPr>
              <a:t> Try a small range (e.g., 0.001, 0.01, 0.1) to see what works best for your task.</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300"/>
              <a:buFont typeface="Arial"/>
              <a:buNone/>
            </a:pPr>
            <a:r>
              <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1"/>
          <p:cNvSpPr txBox="1"/>
          <p:nvPr>
            <p:ph type="title"/>
          </p:nvPr>
        </p:nvSpPr>
        <p:spPr>
          <a:xfrm>
            <a:off x="117975" y="1867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Hyperparameters</a:t>
            </a:r>
            <a:endParaRPr sz="3800"/>
          </a:p>
        </p:txBody>
      </p:sp>
      <p:sp>
        <p:nvSpPr>
          <p:cNvPr id="275" name="Google Shape;275;p11"/>
          <p:cNvSpPr txBox="1"/>
          <p:nvPr/>
        </p:nvSpPr>
        <p:spPr>
          <a:xfrm>
            <a:off x="537625" y="1111200"/>
            <a:ext cx="37245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Evaluation Strategy (e.g., "epoch")</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Guidelines:</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Evaluation frequency determines how often you check the model's performance on a validation set.</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How to Choose:</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Task Dynamics:</a:t>
            </a:r>
            <a:r>
              <a:rPr b="0" i="0" lang="en" sz="1100" u="none" cap="none" strike="noStrike">
                <a:solidFill>
                  <a:srgbClr val="000000"/>
                </a:solidFill>
                <a:latin typeface="Arial"/>
                <a:ea typeface="Arial"/>
                <a:cs typeface="Arial"/>
                <a:sym typeface="Arial"/>
              </a:rPr>
              <a:t> For tasks where performance changes quickly, you might evaluate more frequently (e.g., every few steps).</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Epoch-Level Evaluation:</a:t>
            </a:r>
            <a:r>
              <a:rPr b="0" i="0" lang="en" sz="1100" u="none" cap="none" strike="noStrike">
                <a:solidFill>
                  <a:srgbClr val="000000"/>
                </a:solidFill>
                <a:latin typeface="Arial"/>
                <a:ea typeface="Arial"/>
                <a:cs typeface="Arial"/>
                <a:sym typeface="Arial"/>
              </a:rPr>
              <a:t> Evaluating at the end of each epoch is common when you have a relatively stable training process.</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Trade-off:</a:t>
            </a:r>
            <a:r>
              <a:rPr b="0" i="0" lang="en" sz="1100" u="none" cap="none" strike="noStrike">
                <a:solidFill>
                  <a:srgbClr val="000000"/>
                </a:solidFill>
                <a:latin typeface="Arial"/>
                <a:ea typeface="Arial"/>
                <a:cs typeface="Arial"/>
                <a:sym typeface="Arial"/>
              </a:rPr>
              <a:t> More frequent evaluation can give you finer-grained monitoring but may slow down training.</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300"/>
              <a:buFont typeface="Arial"/>
              <a:buNone/>
            </a:pPr>
            <a:r>
              <a:t/>
            </a:r>
            <a:endParaRPr b="1" i="0" sz="1300" u="none" cap="none" strike="noStrike">
              <a:solidFill>
                <a:srgbClr val="000000"/>
              </a:solidFill>
              <a:latin typeface="Arial"/>
              <a:ea typeface="Arial"/>
              <a:cs typeface="Arial"/>
              <a:sym typeface="Arial"/>
            </a:endParaRPr>
          </a:p>
        </p:txBody>
      </p:sp>
      <p:sp>
        <p:nvSpPr>
          <p:cNvPr id="276" name="Google Shape;276;p11"/>
          <p:cNvSpPr txBox="1"/>
          <p:nvPr/>
        </p:nvSpPr>
        <p:spPr>
          <a:xfrm>
            <a:off x="4891675" y="1111200"/>
            <a:ext cx="3535500" cy="341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Logging Steps (e.g., 10)</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Guidelines:</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Logging frequency should be frequent enough to monitor training progress but not so frequent that it overwhelms your output or slows down training.</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How to Choose:</a:t>
            </a:r>
            <a:endParaRPr b="1"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Training Speed:</a:t>
            </a:r>
            <a:r>
              <a:rPr b="0" i="0" lang="en" sz="1100" u="none" cap="none" strike="noStrike">
                <a:solidFill>
                  <a:srgbClr val="000000"/>
                </a:solidFill>
                <a:latin typeface="Arial"/>
                <a:ea typeface="Arial"/>
                <a:cs typeface="Arial"/>
                <a:sym typeface="Arial"/>
              </a:rPr>
              <a:t> If your training steps are fast, logging every 10 steps might work well.</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1" i="0" lang="en" sz="1100" u="none" cap="none" strike="noStrike">
                <a:solidFill>
                  <a:srgbClr val="000000"/>
                </a:solidFill>
                <a:latin typeface="Arial"/>
                <a:ea typeface="Arial"/>
                <a:cs typeface="Arial"/>
                <a:sym typeface="Arial"/>
              </a:rPr>
              <a:t>Monitoring Needs:</a:t>
            </a:r>
            <a:r>
              <a:rPr b="0" i="0" lang="en" sz="1100" u="none" cap="none" strike="noStrike">
                <a:solidFill>
                  <a:srgbClr val="000000"/>
                </a:solidFill>
                <a:latin typeface="Arial"/>
                <a:ea typeface="Arial"/>
                <a:cs typeface="Arial"/>
                <a:sym typeface="Arial"/>
              </a:rPr>
              <a:t> Adjust this number based on how detailed you want your logs to be. You might start with 10 and change it based on the size of your dataset or batch processing time.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300"/>
              <a:buFont typeface="Arial"/>
              <a:buNone/>
            </a:pPr>
            <a:r>
              <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2"/>
          <p:cNvSpPr txBox="1"/>
          <p:nvPr>
            <p:ph type="title"/>
          </p:nvPr>
        </p:nvSpPr>
        <p:spPr>
          <a:xfrm>
            <a:off x="311700" y="130775"/>
            <a:ext cx="8014800" cy="6579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4800"/>
              <a:buNone/>
            </a:pPr>
            <a:r>
              <a:rPr lang="en" sz="3000"/>
              <a:t>What does an sbatch script look like?</a:t>
            </a:r>
            <a:endParaRPr sz="3000"/>
          </a:p>
        </p:txBody>
      </p:sp>
      <p:sp>
        <p:nvSpPr>
          <p:cNvPr id="282" name="Google Shape;282;p12"/>
          <p:cNvSpPr txBox="1"/>
          <p:nvPr/>
        </p:nvSpPr>
        <p:spPr>
          <a:xfrm>
            <a:off x="1447750" y="875700"/>
            <a:ext cx="6049500" cy="2915100"/>
          </a:xfrm>
          <a:prstGeom prst="rect">
            <a:avLst/>
          </a:prstGeom>
          <a:solidFill>
            <a:schemeClr val="lt1"/>
          </a:solidFill>
          <a:ln cap="flat" cmpd="sng" w="9525">
            <a:solidFill>
              <a:srgbClr val="33333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--job-name=example_in_lab</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--account=ds_ga_1012-2025sp</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--partition=n1s8-v100-1</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--gres=gpu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--open-mode=append</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--output=./%j_%x.out</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--error=./%j_%x.err</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--time=00:10:00</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--mem=64G  # perhaps try smaller mem if there's an error</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-c 4</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#SBATCH --requeue</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singularity exec --nv --overlay $SCRATCH/overlay-25GB-500K.ext3:ro /scratch/[netid]/cuda11.4.2-cudnn8.2.4-devel-ubuntu20.04.3.sif /bin/bash -c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source /ext3/env.sh</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conda activate</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python ./test_gpu.py</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Montserrat"/>
                <a:ea typeface="Montserrat"/>
                <a:cs typeface="Montserrat"/>
                <a:sym typeface="Montserrat"/>
              </a:rPr>
              <a:t>"</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283" name="Google Shape;283;p12"/>
          <p:cNvSpPr txBox="1"/>
          <p:nvPr/>
        </p:nvSpPr>
        <p:spPr>
          <a:xfrm>
            <a:off x="1447750" y="609075"/>
            <a:ext cx="1972800" cy="226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gpu_job.slurm</a:t>
            </a:r>
            <a:endParaRPr b="0" i="0" sz="1200" u="none" cap="none" strike="noStrike">
              <a:solidFill>
                <a:srgbClr val="000000"/>
              </a:solidFill>
              <a:latin typeface="Montserrat"/>
              <a:ea typeface="Montserrat"/>
              <a:cs typeface="Montserrat"/>
              <a:sym typeface="Montserrat"/>
            </a:endParaRPr>
          </a:p>
        </p:txBody>
      </p:sp>
      <p:sp>
        <p:nvSpPr>
          <p:cNvPr id="284" name="Google Shape;284;p12"/>
          <p:cNvSpPr txBox="1"/>
          <p:nvPr/>
        </p:nvSpPr>
        <p:spPr>
          <a:xfrm>
            <a:off x="1447750" y="3939650"/>
            <a:ext cx="6049500" cy="226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Now we submit the job using sbatch command and check how it is running using squeue command.</a:t>
            </a:r>
            <a:endParaRPr b="0" i="0" sz="1200" u="none" cap="none" strike="noStrike">
              <a:solidFill>
                <a:srgbClr val="000000"/>
              </a:solidFill>
              <a:latin typeface="Montserrat"/>
              <a:ea typeface="Montserrat"/>
              <a:cs typeface="Montserrat"/>
              <a:sym typeface="Montserrat"/>
            </a:endParaRPr>
          </a:p>
        </p:txBody>
      </p:sp>
      <p:sp>
        <p:nvSpPr>
          <p:cNvPr id="285" name="Google Shape;285;p12"/>
          <p:cNvSpPr txBox="1"/>
          <p:nvPr/>
        </p:nvSpPr>
        <p:spPr>
          <a:xfrm>
            <a:off x="1447750" y="4315000"/>
            <a:ext cx="3496800" cy="338700"/>
          </a:xfrm>
          <a:prstGeom prst="rect">
            <a:avLst/>
          </a:prstGeom>
          <a:solidFill>
            <a:srgbClr val="D9D2E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Roboto Mono"/>
                <a:ea typeface="Roboto Mono"/>
                <a:cs typeface="Roboto Mono"/>
                <a:sym typeface="Roboto Mono"/>
              </a:rPr>
              <a:t>sbatch gpu_job.slurm</a:t>
            </a:r>
            <a:endParaRPr b="0" i="0" sz="1100" u="none" cap="none" strike="noStrike">
              <a:solidFill>
                <a:srgbClr val="000000"/>
              </a:solidFill>
              <a:latin typeface="Roboto Mono"/>
              <a:ea typeface="Roboto Mono"/>
              <a:cs typeface="Roboto Mono"/>
              <a:sym typeface="Roboto Mono"/>
            </a:endParaRPr>
          </a:p>
        </p:txBody>
      </p:sp>
      <p:sp>
        <p:nvSpPr>
          <p:cNvPr id="286" name="Google Shape;286;p12"/>
          <p:cNvSpPr txBox="1"/>
          <p:nvPr/>
        </p:nvSpPr>
        <p:spPr>
          <a:xfrm>
            <a:off x="1447750" y="4727650"/>
            <a:ext cx="3496800" cy="338700"/>
          </a:xfrm>
          <a:prstGeom prst="rect">
            <a:avLst/>
          </a:prstGeom>
          <a:solidFill>
            <a:srgbClr val="D9D2E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Roboto Mono"/>
                <a:ea typeface="Roboto Mono"/>
                <a:cs typeface="Roboto Mono"/>
                <a:sym typeface="Roboto Mono"/>
              </a:rPr>
              <a:t>squeue -u [netid]</a:t>
            </a:r>
            <a:endParaRPr b="0" i="0" sz="1100" u="none" cap="none" strike="noStrike">
              <a:solidFill>
                <a:srgbClr val="000000"/>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LoRA </a:t>
            </a:r>
            <a:endParaRPr sz="3800"/>
          </a:p>
        </p:txBody>
      </p:sp>
      <p:sp>
        <p:nvSpPr>
          <p:cNvPr id="292" name="Google Shape;292;p13"/>
          <p:cNvSpPr txBox="1"/>
          <p:nvPr/>
        </p:nvSpPr>
        <p:spPr>
          <a:xfrm>
            <a:off x="537625" y="1111200"/>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Parameter-Efficient Fine-Tuning:</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 traditional fine‑tuning, every parameter in a large model is adjusted for a new task, which can be extremely resource‑intensive. LoRA addresses this by keeping the original weights fixed (frozen) and learning a small set of additional parameters.</a:t>
            </a:r>
            <a:endParaRPr b="1" i="0" sz="1400" u="none" cap="none" strike="noStrike">
              <a:solidFill>
                <a:srgbClr val="3333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3" name="Google Shape;293;p13"/>
          <p:cNvPicPr preferRelativeResize="0"/>
          <p:nvPr/>
        </p:nvPicPr>
        <p:blipFill rotWithShape="1">
          <a:blip r:embed="rId3">
            <a:alphaModFix/>
          </a:blip>
          <a:srcRect b="0" l="0" r="0" t="0"/>
          <a:stretch/>
        </p:blipFill>
        <p:spPr>
          <a:xfrm>
            <a:off x="648250" y="2424326"/>
            <a:ext cx="7678058" cy="2510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4"/>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800"/>
              <a:t>Why LoRA?</a:t>
            </a:r>
            <a:endParaRPr sz="3800"/>
          </a:p>
        </p:txBody>
      </p:sp>
      <p:sp>
        <p:nvSpPr>
          <p:cNvPr id="299" name="Google Shape;299;p14"/>
          <p:cNvSpPr txBox="1"/>
          <p:nvPr/>
        </p:nvSpPr>
        <p:spPr>
          <a:xfrm>
            <a:off x="537625" y="1111200"/>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Reduced Compute and Memory Requirements:</a:t>
            </a:r>
            <a:br>
              <a:rPr b="1"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Since only the low-rank matrices are updated, the number of parameters to store gradients and compute updates is much smaller. This means you can fine‑tune very large models on hardware with limited memory.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Faster Training and Inference:</a:t>
            </a:r>
            <a:br>
              <a:rPr b="1"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Training becomes faster because the optimization process works on a much smaller set of parameters. Also, when deploying the model, you only need to store the adapter parameters in addition to the base model.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Preserving the Pre-Trained Model:</a:t>
            </a:r>
            <a:br>
              <a:rPr b="1"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The base model remains unchanged. This helps maintain the broad, general-purpose capabilities learned during pre‑training, while the small adapter learns task-specific adjustments.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Modularity:</a:t>
            </a:r>
            <a:br>
              <a:rPr b="1"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The LoRA adapters are “plug‑and‑play” modules. Once trained for a specific task, they can be applied to the base model without modifying the original weights, allowing you to easily switch between different fine‑tuned adaptations.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5"/>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500"/>
              <a:t>How LoRA Works in Transformers</a:t>
            </a:r>
            <a:endParaRPr sz="3500"/>
          </a:p>
        </p:txBody>
      </p:sp>
      <p:sp>
        <p:nvSpPr>
          <p:cNvPr id="305" name="Google Shape;305;p15"/>
          <p:cNvSpPr txBox="1"/>
          <p:nvPr/>
        </p:nvSpPr>
        <p:spPr>
          <a:xfrm>
            <a:off x="537625" y="1111200"/>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Targeting Specific Layers: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1"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In transformer architectures like LLaMA, the majority of parameters are found in the attention mechanism. LoRA is typically applied to the query (q) and value (v) projection matrices within the multi-head attention layers. These matrices have a large number of parameters, making them ideal candidates for low‑rank adaptation.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Implementation in Practice: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1"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Libraries such as Hugging Face’s PEFT (Parameter-Efficient Fine-Tuning) provide a straightforward interface to apply LoRA. When you wrap your model with LoRA, the adapter layers are injected into the target layers, and during fine‑tuning, only these adapter parameters are updated.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6"/>
          <p:cNvSpPr txBox="1"/>
          <p:nvPr>
            <p:ph type="title"/>
          </p:nvPr>
        </p:nvSpPr>
        <p:spPr>
          <a:xfrm>
            <a:off x="311700" y="445025"/>
            <a:ext cx="8424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n" sz="3500"/>
              <a:t>How LoRA Works in Transformers</a:t>
            </a:r>
            <a:endParaRPr sz="3500"/>
          </a:p>
        </p:txBody>
      </p:sp>
      <p:sp>
        <p:nvSpPr>
          <p:cNvPr id="311" name="Google Shape;311;p16"/>
          <p:cNvSpPr txBox="1"/>
          <p:nvPr/>
        </p:nvSpPr>
        <p:spPr>
          <a:xfrm>
            <a:off x="537625" y="1111200"/>
            <a:ext cx="7899300" cy="292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Hyperparameters:</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Rank r:</a:t>
            </a:r>
            <a:r>
              <a:rPr b="0" i="0" lang="en" sz="1400" u="none" cap="none" strike="noStrike">
                <a:solidFill>
                  <a:srgbClr val="000000"/>
                </a:solidFill>
                <a:latin typeface="Arial"/>
                <a:ea typeface="Arial"/>
                <a:cs typeface="Arial"/>
                <a:sym typeface="Arial"/>
              </a:rPr>
              <a:t> Determines the size of the low‑rank matrices A and B. A smaller r means fewer parameters are updated.</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Scaling Factor lora_alphalora:</a:t>
            </a:r>
            <a:r>
              <a:rPr b="0" i="0" lang="en" sz="1400" u="none" cap="none" strike="noStrike">
                <a:solidFill>
                  <a:srgbClr val="000000"/>
                </a:solidFill>
                <a:latin typeface="Arial"/>
                <a:ea typeface="Arial"/>
                <a:cs typeface="Arial"/>
                <a:sym typeface="Arial"/>
              </a:rPr>
              <a:t> Scales the contribution of the LoRA layers. This helps control the magnitude of the updates relative to the frozen pre-trained weights.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Dropout:</a:t>
            </a:r>
            <a:r>
              <a:rPr b="0" i="0" lang="en" sz="1400" u="none" cap="none" strike="noStrike">
                <a:solidFill>
                  <a:srgbClr val="000000"/>
                </a:solidFill>
                <a:latin typeface="Arial"/>
                <a:ea typeface="Arial"/>
                <a:cs typeface="Arial"/>
                <a:sym typeface="Arial"/>
              </a:rPr>
              <a:t> Some implementations add dropout within the LoRA modules to help with regularization during fine‑tuning.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700"/>
              <a:buFont typeface="Arial"/>
              <a:buNone/>
            </a:pPr>
            <a:r>
              <a:t/>
            </a:r>
            <a:endParaRPr b="1" i="0" sz="17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5" name="Shape 315"/>
        <p:cNvGrpSpPr/>
        <p:nvPr/>
      </p:nvGrpSpPr>
      <p:grpSpPr>
        <a:xfrm>
          <a:off x="0" y="0"/>
          <a:ext cx="0" cy="0"/>
          <a:chOff x="0" y="0"/>
          <a:chExt cx="0" cy="0"/>
        </a:xfrm>
      </p:grpSpPr>
      <p:sp>
        <p:nvSpPr>
          <p:cNvPr id="316" name="Google Shape;316;p17"/>
          <p:cNvSpPr txBox="1"/>
          <p:nvPr>
            <p:ph type="title"/>
          </p:nvPr>
        </p:nvSpPr>
        <p:spPr>
          <a:xfrm>
            <a:off x="2417850" y="1323107"/>
            <a:ext cx="4308300" cy="1059300"/>
          </a:xfrm>
          <a:prstGeom prst="rect">
            <a:avLst/>
          </a:prstGeom>
          <a:noFill/>
          <a:ln>
            <a:noFill/>
          </a:ln>
        </p:spPr>
        <p:txBody>
          <a:bodyPr anchorCtr="0" anchor="t" bIns="91425" lIns="91425" spcFirstLastPara="1" rIns="91425" wrap="square" tIns="91425">
            <a:noAutofit/>
          </a:bodyPr>
          <a:lstStyle/>
          <a:p>
            <a:pPr indent="0" lvl="0" marL="0" rtl="0" algn="ctr">
              <a:lnSpc>
                <a:spcPct val="85000"/>
              </a:lnSpc>
              <a:spcBef>
                <a:spcPts val="0"/>
              </a:spcBef>
              <a:spcAft>
                <a:spcPts val="0"/>
              </a:spcAft>
              <a:buSzPts val="3600"/>
              <a:buNone/>
            </a:pPr>
            <a:r>
              <a:rPr lang="en"/>
              <a:t>TEMPLATE NOTES</a:t>
            </a:r>
            <a:endParaRPr/>
          </a:p>
        </p:txBody>
      </p:sp>
      <p:sp>
        <p:nvSpPr>
          <p:cNvPr id="317" name="Google Shape;317;p17"/>
          <p:cNvSpPr txBox="1"/>
          <p:nvPr>
            <p:ph idx="1" type="body"/>
          </p:nvPr>
        </p:nvSpPr>
        <p:spPr>
          <a:xfrm>
            <a:off x="2237100" y="2511280"/>
            <a:ext cx="4669800" cy="1663200"/>
          </a:xfrm>
          <a:prstGeom prst="rect">
            <a:avLst/>
          </a:prstGeom>
          <a:noFill/>
          <a:ln>
            <a:noFill/>
          </a:ln>
        </p:spPr>
        <p:txBody>
          <a:bodyPr anchorCtr="0" anchor="t" bIns="91425" lIns="91425" spcFirstLastPara="1" rIns="91425" wrap="square" tIns="91425">
            <a:noAutofit/>
          </a:bodyPr>
          <a:lstStyle/>
          <a:p>
            <a:pPr indent="0" lvl="0" marL="0" rtl="0" algn="ctr">
              <a:lnSpc>
                <a:spcPct val="125000"/>
              </a:lnSpc>
              <a:spcBef>
                <a:spcPts val="0"/>
              </a:spcBef>
              <a:spcAft>
                <a:spcPts val="0"/>
              </a:spcAft>
              <a:buSzPts val="1200"/>
              <a:buNone/>
            </a:pPr>
            <a:r>
              <a:rPr lang="en"/>
              <a:t>This template is part of the </a:t>
            </a:r>
            <a:r>
              <a:rPr b="1" lang="en" u="sng">
                <a:solidFill>
                  <a:schemeClr val="hlink"/>
                </a:solidFill>
                <a:hlinkClick r:id="rId3"/>
              </a:rPr>
              <a:t>NYU Templates collection</a:t>
            </a:r>
            <a:r>
              <a:rPr lang="en"/>
              <a:t>. Refer to our </a:t>
            </a:r>
            <a:r>
              <a:rPr b="1" lang="en" u="sng">
                <a:solidFill>
                  <a:schemeClr val="hlink"/>
                </a:solidFill>
                <a:hlinkClick r:id="rId4"/>
              </a:rPr>
              <a:t>Usage Guidelines</a:t>
            </a:r>
            <a:r>
              <a:rPr lang="en"/>
              <a:t> for help topics and quick tips on how to use this template.</a:t>
            </a:r>
            <a:endParaRPr/>
          </a:p>
          <a:p>
            <a:pPr indent="0" lvl="0" marL="0" rtl="0" algn="ctr">
              <a:lnSpc>
                <a:spcPct val="125000"/>
              </a:lnSpc>
              <a:spcBef>
                <a:spcPts val="1600"/>
              </a:spcBef>
              <a:spcAft>
                <a:spcPts val="1600"/>
              </a:spcAft>
              <a:buSzPts val="1200"/>
              <a:buNone/>
            </a:pPr>
            <a:r>
              <a:rPr lang="en"/>
              <a:t>Download the </a:t>
            </a:r>
            <a:r>
              <a:rPr b="1" lang="en" u="sng">
                <a:solidFill>
                  <a:schemeClr val="hlink"/>
                </a:solidFill>
                <a:hlinkClick r:id="rId5"/>
              </a:rPr>
              <a:t>Grackle Slides</a:t>
            </a:r>
            <a:r>
              <a:rPr lang="en"/>
              <a:t> add-on to automatically run accessibility checks on all aspects of your document and get advice on how to make things better.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YU Bold">
  <a:themeElements>
    <a:clrScheme name="Simple Light">
      <a:dk1>
        <a:srgbClr val="57068C"/>
      </a:dk1>
      <a:lt1>
        <a:srgbClr val="FFFFFF"/>
      </a:lt1>
      <a:dk2>
        <a:srgbClr val="333333"/>
      </a:dk2>
      <a:lt2>
        <a:srgbClr val="E2E1DD"/>
      </a:lt2>
      <a:accent1>
        <a:srgbClr val="9A6ABA"/>
      </a:accent1>
      <a:accent2>
        <a:srgbClr val="6D6D6D"/>
      </a:accent2>
      <a:accent3>
        <a:srgbClr val="8900E1"/>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6D6D6D"/>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